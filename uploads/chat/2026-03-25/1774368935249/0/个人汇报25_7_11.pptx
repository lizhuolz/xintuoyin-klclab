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9" r:id="rId3"/>
    <p:sldId id="545" r:id="rId5"/>
    <p:sldId id="546" r:id="rId6"/>
    <p:sldId id="547" r:id="rId7"/>
    <p:sldId id="548" r:id="rId8"/>
    <p:sldId id="549" r:id="rId9"/>
    <p:sldId id="543" r:id="rId10"/>
    <p:sldId id="416" r:id="rId11"/>
  </p:sldIdLst>
  <p:sldSz cx="9144000" cy="5143500" type="screen16x9"/>
  <p:notesSz cx="6858000" cy="9144000"/>
  <p:custDataLst>
    <p:tags r:id="rId16"/>
  </p:custDataLst>
  <p:defaultTextStyle>
    <a:defPPr>
      <a:defRPr lang="en-US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7" userDrawn="1">
          <p15:clr>
            <a:srgbClr val="A4A3A4"/>
          </p15:clr>
        </p15:guide>
        <p15:guide id="2" pos="292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224540759" name="萌面人" initials="萌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CFCFC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3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78" y="762"/>
      </p:cViewPr>
      <p:guideLst>
        <p:guide orient="horz" pos="1797"/>
        <p:guide pos="292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3BBE5-0BEA-4494-9BEF-C8C2F48C9E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5"/>
          <p:cNvSpPr>
            <a:spLocks noGrp="1"/>
          </p:cNvSpPr>
          <p:nvPr>
            <p:ph type="pic" sz="quarter" idx="10"/>
          </p:nvPr>
        </p:nvSpPr>
        <p:spPr>
          <a:xfrm>
            <a:off x="0" y="1214891"/>
            <a:ext cx="4345699" cy="3289431"/>
          </a:xfrm>
          <a:custGeom>
            <a:avLst/>
            <a:gdLst>
              <a:gd name="connsiteX0" fmla="*/ 1737883 w 5794265"/>
              <a:gd name="connsiteY0" fmla="*/ 1384 h 4385908"/>
              <a:gd name="connsiteX1" fmla="*/ 2685999 w 5794265"/>
              <a:gd name="connsiteY1" fmla="*/ 140026 h 4385908"/>
              <a:gd name="connsiteX2" fmla="*/ 4616363 w 5794265"/>
              <a:gd name="connsiteY2" fmla="*/ 1789437 h 4385908"/>
              <a:gd name="connsiteX3" fmla="*/ 4962431 w 5794265"/>
              <a:gd name="connsiteY3" fmla="*/ 2243899 h 4385908"/>
              <a:gd name="connsiteX4" fmla="*/ 5794265 w 5794265"/>
              <a:gd name="connsiteY4" fmla="*/ 3101974 h 4385908"/>
              <a:gd name="connsiteX5" fmla="*/ 2508203 w 5794265"/>
              <a:gd name="connsiteY5" fmla="*/ 3340328 h 4385908"/>
              <a:gd name="connsiteX6" fmla="*/ 0 w 5794265"/>
              <a:gd name="connsiteY6" fmla="*/ 4385908 h 4385908"/>
              <a:gd name="connsiteX7" fmla="*/ 0 w 5794265"/>
              <a:gd name="connsiteY7" fmla="*/ 194053 h 4385908"/>
              <a:gd name="connsiteX8" fmla="*/ 558790 w 5794265"/>
              <a:gd name="connsiteY8" fmla="*/ 89177 h 4385908"/>
              <a:gd name="connsiteX9" fmla="*/ 1737883 w 5794265"/>
              <a:gd name="connsiteY9" fmla="*/ 1384 h 4385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265" h="4385908">
                <a:moveTo>
                  <a:pt x="1737883" y="1384"/>
                </a:moveTo>
                <a:cubicBezTo>
                  <a:pt x="2093079" y="9726"/>
                  <a:pt x="2409780" y="55808"/>
                  <a:pt x="2685999" y="140026"/>
                </a:cubicBezTo>
                <a:cubicBezTo>
                  <a:pt x="3600382" y="419695"/>
                  <a:pt x="4117897" y="1115689"/>
                  <a:pt x="4616363" y="1789437"/>
                </a:cubicBezTo>
                <a:cubicBezTo>
                  <a:pt x="4733835" y="1948340"/>
                  <a:pt x="4844958" y="2097709"/>
                  <a:pt x="4962431" y="2243899"/>
                </a:cubicBezTo>
                <a:cubicBezTo>
                  <a:pt x="5235476" y="2587129"/>
                  <a:pt x="5511696" y="2869976"/>
                  <a:pt x="5794265" y="3101974"/>
                </a:cubicBezTo>
                <a:cubicBezTo>
                  <a:pt x="4797334" y="2958961"/>
                  <a:pt x="3663881" y="3038413"/>
                  <a:pt x="2508203" y="3340328"/>
                </a:cubicBezTo>
                <a:cubicBezTo>
                  <a:pt x="1584295" y="3578682"/>
                  <a:pt x="714362" y="3944158"/>
                  <a:pt x="0" y="4385908"/>
                </a:cubicBezTo>
                <a:cubicBezTo>
                  <a:pt x="0" y="4385908"/>
                  <a:pt x="0" y="4385908"/>
                  <a:pt x="0" y="194053"/>
                </a:cubicBezTo>
                <a:cubicBezTo>
                  <a:pt x="177797" y="155917"/>
                  <a:pt x="361943" y="120958"/>
                  <a:pt x="558790" y="89177"/>
                </a:cubicBezTo>
                <a:cubicBezTo>
                  <a:pt x="988994" y="22438"/>
                  <a:pt x="1382686" y="-6959"/>
                  <a:pt x="1737883" y="1384"/>
                </a:cubicBez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956267" y="1203412"/>
            <a:ext cx="1730829" cy="3294366"/>
          </a:xfrm>
          <a:custGeom>
            <a:avLst/>
            <a:gdLst>
              <a:gd name="connsiteX0" fmla="*/ 0 w 2307772"/>
              <a:gd name="connsiteY0" fmla="*/ 0 h 4392488"/>
              <a:gd name="connsiteX1" fmla="*/ 2307772 w 2307772"/>
              <a:gd name="connsiteY1" fmla="*/ 0 h 4392488"/>
              <a:gd name="connsiteX2" fmla="*/ 2307772 w 2307772"/>
              <a:gd name="connsiteY2" fmla="*/ 4392488 h 4392488"/>
              <a:gd name="connsiteX3" fmla="*/ 0 w 2307772"/>
              <a:gd name="connsiteY3" fmla="*/ 4392488 h 439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7772" h="4392488">
                <a:moveTo>
                  <a:pt x="0" y="0"/>
                </a:moveTo>
                <a:lnTo>
                  <a:pt x="2307772" y="0"/>
                </a:lnTo>
                <a:lnTo>
                  <a:pt x="2307772" y="4392488"/>
                </a:lnTo>
                <a:lnTo>
                  <a:pt x="0" y="4392488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1"/>
          </p:nvPr>
        </p:nvSpPr>
        <p:spPr>
          <a:xfrm>
            <a:off x="2787704" y="1203412"/>
            <a:ext cx="1730829" cy="3294366"/>
          </a:xfrm>
          <a:custGeom>
            <a:avLst/>
            <a:gdLst>
              <a:gd name="connsiteX0" fmla="*/ 0 w 2307772"/>
              <a:gd name="connsiteY0" fmla="*/ 0 h 4392488"/>
              <a:gd name="connsiteX1" fmla="*/ 2307772 w 2307772"/>
              <a:gd name="connsiteY1" fmla="*/ 0 h 4392488"/>
              <a:gd name="connsiteX2" fmla="*/ 2307772 w 2307772"/>
              <a:gd name="connsiteY2" fmla="*/ 4392488 h 4392488"/>
              <a:gd name="connsiteX3" fmla="*/ 0 w 2307772"/>
              <a:gd name="connsiteY3" fmla="*/ 4392488 h 439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7772" h="4392488">
                <a:moveTo>
                  <a:pt x="0" y="0"/>
                </a:moveTo>
                <a:lnTo>
                  <a:pt x="2307772" y="0"/>
                </a:lnTo>
                <a:lnTo>
                  <a:pt x="2307772" y="4392488"/>
                </a:lnTo>
                <a:lnTo>
                  <a:pt x="0" y="4392488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4622305" y="1203412"/>
            <a:ext cx="1730829" cy="3294366"/>
          </a:xfrm>
          <a:custGeom>
            <a:avLst/>
            <a:gdLst>
              <a:gd name="connsiteX0" fmla="*/ 0 w 2307772"/>
              <a:gd name="connsiteY0" fmla="*/ 0 h 4392488"/>
              <a:gd name="connsiteX1" fmla="*/ 2307772 w 2307772"/>
              <a:gd name="connsiteY1" fmla="*/ 0 h 4392488"/>
              <a:gd name="connsiteX2" fmla="*/ 2307772 w 2307772"/>
              <a:gd name="connsiteY2" fmla="*/ 4392488 h 4392488"/>
              <a:gd name="connsiteX3" fmla="*/ 0 w 2307772"/>
              <a:gd name="connsiteY3" fmla="*/ 4392488 h 439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7772" h="4392488">
                <a:moveTo>
                  <a:pt x="0" y="0"/>
                </a:moveTo>
                <a:lnTo>
                  <a:pt x="2307772" y="0"/>
                </a:lnTo>
                <a:lnTo>
                  <a:pt x="2307772" y="4392488"/>
                </a:lnTo>
                <a:lnTo>
                  <a:pt x="0" y="4392488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6456905" y="1203412"/>
            <a:ext cx="1730829" cy="3294366"/>
          </a:xfrm>
          <a:custGeom>
            <a:avLst/>
            <a:gdLst>
              <a:gd name="connsiteX0" fmla="*/ 0 w 2307772"/>
              <a:gd name="connsiteY0" fmla="*/ 0 h 4392488"/>
              <a:gd name="connsiteX1" fmla="*/ 2307772 w 2307772"/>
              <a:gd name="connsiteY1" fmla="*/ 0 h 4392488"/>
              <a:gd name="connsiteX2" fmla="*/ 2307772 w 2307772"/>
              <a:gd name="connsiteY2" fmla="*/ 4392488 h 4392488"/>
              <a:gd name="connsiteX3" fmla="*/ 0 w 2307772"/>
              <a:gd name="connsiteY3" fmla="*/ 4392488 h 4392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7772" h="4392488">
                <a:moveTo>
                  <a:pt x="0" y="0"/>
                </a:moveTo>
                <a:lnTo>
                  <a:pt x="2307772" y="0"/>
                </a:lnTo>
                <a:lnTo>
                  <a:pt x="2307772" y="4392488"/>
                </a:lnTo>
                <a:lnTo>
                  <a:pt x="0" y="4392488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821871" y="1328059"/>
            <a:ext cx="2286000" cy="1404257"/>
          </a:xfrm>
          <a:custGeom>
            <a:avLst/>
            <a:gdLst>
              <a:gd name="connsiteX0" fmla="*/ 0 w 3048000"/>
              <a:gd name="connsiteY0" fmla="*/ 0 h 1872343"/>
              <a:gd name="connsiteX1" fmla="*/ 3048000 w 3048000"/>
              <a:gd name="connsiteY1" fmla="*/ 0 h 1872343"/>
              <a:gd name="connsiteX2" fmla="*/ 3048000 w 3048000"/>
              <a:gd name="connsiteY2" fmla="*/ 1872343 h 1872343"/>
              <a:gd name="connsiteX3" fmla="*/ 0 w 3048000"/>
              <a:gd name="connsiteY3" fmla="*/ 1872343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1872343">
                <a:moveTo>
                  <a:pt x="0" y="0"/>
                </a:moveTo>
                <a:lnTo>
                  <a:pt x="3048000" y="0"/>
                </a:lnTo>
                <a:lnTo>
                  <a:pt x="3048000" y="1872343"/>
                </a:lnTo>
                <a:lnTo>
                  <a:pt x="0" y="1872343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1"/>
          </p:nvPr>
        </p:nvSpPr>
        <p:spPr>
          <a:xfrm>
            <a:off x="3439885" y="3026230"/>
            <a:ext cx="2286000" cy="1404257"/>
          </a:xfrm>
          <a:custGeom>
            <a:avLst/>
            <a:gdLst>
              <a:gd name="connsiteX0" fmla="*/ 0 w 3048000"/>
              <a:gd name="connsiteY0" fmla="*/ 0 h 1872343"/>
              <a:gd name="connsiteX1" fmla="*/ 3048000 w 3048000"/>
              <a:gd name="connsiteY1" fmla="*/ 0 h 1872343"/>
              <a:gd name="connsiteX2" fmla="*/ 3048000 w 3048000"/>
              <a:gd name="connsiteY2" fmla="*/ 1872343 h 1872343"/>
              <a:gd name="connsiteX3" fmla="*/ 0 w 3048000"/>
              <a:gd name="connsiteY3" fmla="*/ 1872343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1872343">
                <a:moveTo>
                  <a:pt x="0" y="0"/>
                </a:moveTo>
                <a:lnTo>
                  <a:pt x="3048000" y="0"/>
                </a:lnTo>
                <a:lnTo>
                  <a:pt x="3048000" y="1872343"/>
                </a:lnTo>
                <a:lnTo>
                  <a:pt x="0" y="1872343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2"/>
          </p:nvPr>
        </p:nvSpPr>
        <p:spPr>
          <a:xfrm>
            <a:off x="6068786" y="1328059"/>
            <a:ext cx="2286000" cy="1404257"/>
          </a:xfrm>
          <a:custGeom>
            <a:avLst/>
            <a:gdLst>
              <a:gd name="connsiteX0" fmla="*/ 0 w 3048000"/>
              <a:gd name="connsiteY0" fmla="*/ 0 h 1872343"/>
              <a:gd name="connsiteX1" fmla="*/ 3048000 w 3048000"/>
              <a:gd name="connsiteY1" fmla="*/ 0 h 1872343"/>
              <a:gd name="connsiteX2" fmla="*/ 3048000 w 3048000"/>
              <a:gd name="connsiteY2" fmla="*/ 1872343 h 1872343"/>
              <a:gd name="connsiteX3" fmla="*/ 0 w 3048000"/>
              <a:gd name="connsiteY3" fmla="*/ 1872343 h 18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8000" h="1872343">
                <a:moveTo>
                  <a:pt x="0" y="0"/>
                </a:moveTo>
                <a:lnTo>
                  <a:pt x="3048000" y="0"/>
                </a:lnTo>
                <a:lnTo>
                  <a:pt x="3048000" y="1872343"/>
                </a:lnTo>
                <a:lnTo>
                  <a:pt x="0" y="1872343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764506" y="1431474"/>
            <a:ext cx="2586038" cy="1621631"/>
          </a:xfrm>
          <a:custGeom>
            <a:avLst/>
            <a:gdLst>
              <a:gd name="connsiteX0" fmla="*/ 0 w 3448050"/>
              <a:gd name="connsiteY0" fmla="*/ 0 h 2162175"/>
              <a:gd name="connsiteX1" fmla="*/ 3448050 w 3448050"/>
              <a:gd name="connsiteY1" fmla="*/ 0 h 2162175"/>
              <a:gd name="connsiteX2" fmla="*/ 3448050 w 3448050"/>
              <a:gd name="connsiteY2" fmla="*/ 2162175 h 2162175"/>
              <a:gd name="connsiteX3" fmla="*/ 0 w 3448050"/>
              <a:gd name="connsiteY3" fmla="*/ 2162175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8050" h="2162175">
                <a:moveTo>
                  <a:pt x="0" y="0"/>
                </a:moveTo>
                <a:lnTo>
                  <a:pt x="3448050" y="0"/>
                </a:lnTo>
                <a:lnTo>
                  <a:pt x="3448050" y="2162175"/>
                </a:lnTo>
                <a:lnTo>
                  <a:pt x="0" y="2162175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4972050" y="2795930"/>
            <a:ext cx="2586038" cy="1621631"/>
          </a:xfrm>
          <a:custGeom>
            <a:avLst/>
            <a:gdLst>
              <a:gd name="connsiteX0" fmla="*/ 0 w 3448050"/>
              <a:gd name="connsiteY0" fmla="*/ 0 h 2162175"/>
              <a:gd name="connsiteX1" fmla="*/ 3448050 w 3448050"/>
              <a:gd name="connsiteY1" fmla="*/ 0 h 2162175"/>
              <a:gd name="connsiteX2" fmla="*/ 3448050 w 3448050"/>
              <a:gd name="connsiteY2" fmla="*/ 2162175 h 2162175"/>
              <a:gd name="connsiteX3" fmla="*/ 0 w 3448050"/>
              <a:gd name="connsiteY3" fmla="*/ 2162175 h 2162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48050" h="2162175">
                <a:moveTo>
                  <a:pt x="0" y="0"/>
                </a:moveTo>
                <a:lnTo>
                  <a:pt x="3448050" y="0"/>
                </a:lnTo>
                <a:lnTo>
                  <a:pt x="3448050" y="2162175"/>
                </a:lnTo>
                <a:lnTo>
                  <a:pt x="0" y="2162175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>
            <a:spLocks noGrp="1"/>
          </p:cNvSpPr>
          <p:nvPr>
            <p:ph type="pic" sz="quarter" idx="10"/>
          </p:nvPr>
        </p:nvSpPr>
        <p:spPr>
          <a:xfrm>
            <a:off x="687836" y="1287308"/>
            <a:ext cx="4563108" cy="2280416"/>
          </a:xfrm>
          <a:custGeom>
            <a:avLst/>
            <a:gdLst>
              <a:gd name="connsiteX0" fmla="*/ 0 w 6084144"/>
              <a:gd name="connsiteY0" fmla="*/ 0 h 3040554"/>
              <a:gd name="connsiteX1" fmla="*/ 1521036 w 6084144"/>
              <a:gd name="connsiteY1" fmla="*/ 0 h 3040554"/>
              <a:gd name="connsiteX2" fmla="*/ 1521036 w 6084144"/>
              <a:gd name="connsiteY2" fmla="*/ 1519518 h 3040554"/>
              <a:gd name="connsiteX3" fmla="*/ 3042072 w 6084144"/>
              <a:gd name="connsiteY3" fmla="*/ 1519518 h 3040554"/>
              <a:gd name="connsiteX4" fmla="*/ 3042072 w 6084144"/>
              <a:gd name="connsiteY4" fmla="*/ 0 h 3040554"/>
              <a:gd name="connsiteX5" fmla="*/ 4563108 w 6084144"/>
              <a:gd name="connsiteY5" fmla="*/ 0 h 3040554"/>
              <a:gd name="connsiteX6" fmla="*/ 4563108 w 6084144"/>
              <a:gd name="connsiteY6" fmla="*/ 1519518 h 3040554"/>
              <a:gd name="connsiteX7" fmla="*/ 6084144 w 6084144"/>
              <a:gd name="connsiteY7" fmla="*/ 1519518 h 3040554"/>
              <a:gd name="connsiteX8" fmla="*/ 6084144 w 6084144"/>
              <a:gd name="connsiteY8" fmla="*/ 3040554 h 3040554"/>
              <a:gd name="connsiteX9" fmla="*/ 4563108 w 6084144"/>
              <a:gd name="connsiteY9" fmla="*/ 3040554 h 3040554"/>
              <a:gd name="connsiteX10" fmla="*/ 4563108 w 6084144"/>
              <a:gd name="connsiteY10" fmla="*/ 1521036 h 3040554"/>
              <a:gd name="connsiteX11" fmla="*/ 3042072 w 6084144"/>
              <a:gd name="connsiteY11" fmla="*/ 1521036 h 3040554"/>
              <a:gd name="connsiteX12" fmla="*/ 3042072 w 6084144"/>
              <a:gd name="connsiteY12" fmla="*/ 3040554 h 3040554"/>
              <a:gd name="connsiteX13" fmla="*/ 1521036 w 6084144"/>
              <a:gd name="connsiteY13" fmla="*/ 3040554 h 3040554"/>
              <a:gd name="connsiteX14" fmla="*/ 1521036 w 6084144"/>
              <a:gd name="connsiteY14" fmla="*/ 1521036 h 3040554"/>
              <a:gd name="connsiteX15" fmla="*/ 0 w 6084144"/>
              <a:gd name="connsiteY15" fmla="*/ 1521036 h 30405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84144" h="3040554">
                <a:moveTo>
                  <a:pt x="0" y="0"/>
                </a:moveTo>
                <a:lnTo>
                  <a:pt x="1521036" y="0"/>
                </a:lnTo>
                <a:lnTo>
                  <a:pt x="1521036" y="1519518"/>
                </a:lnTo>
                <a:lnTo>
                  <a:pt x="3042072" y="1519518"/>
                </a:lnTo>
                <a:lnTo>
                  <a:pt x="3042072" y="0"/>
                </a:lnTo>
                <a:lnTo>
                  <a:pt x="4563108" y="0"/>
                </a:lnTo>
                <a:lnTo>
                  <a:pt x="4563108" y="1519518"/>
                </a:lnTo>
                <a:lnTo>
                  <a:pt x="6084144" y="1519518"/>
                </a:lnTo>
                <a:lnTo>
                  <a:pt x="6084144" y="3040554"/>
                </a:lnTo>
                <a:lnTo>
                  <a:pt x="4563108" y="3040554"/>
                </a:lnTo>
                <a:lnTo>
                  <a:pt x="4563108" y="1521036"/>
                </a:lnTo>
                <a:lnTo>
                  <a:pt x="3042072" y="1521036"/>
                </a:lnTo>
                <a:lnTo>
                  <a:pt x="3042072" y="3040554"/>
                </a:lnTo>
                <a:lnTo>
                  <a:pt x="1521036" y="3040554"/>
                </a:lnTo>
                <a:lnTo>
                  <a:pt x="1521036" y="1521036"/>
                </a:lnTo>
                <a:lnTo>
                  <a:pt x="0" y="1521036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图片占位符 12"/>
          <p:cNvSpPr>
            <a:spLocks noGrp="1"/>
          </p:cNvSpPr>
          <p:nvPr>
            <p:ph type="pic" sz="quarter" idx="12"/>
          </p:nvPr>
        </p:nvSpPr>
        <p:spPr>
          <a:xfrm>
            <a:off x="4689566" y="1353803"/>
            <a:ext cx="1194277" cy="1194277"/>
          </a:xfrm>
          <a:custGeom>
            <a:avLst/>
            <a:gdLst>
              <a:gd name="connsiteX0" fmla="*/ 265400 w 1592369"/>
              <a:gd name="connsiteY0" fmla="*/ 0 h 1592369"/>
              <a:gd name="connsiteX1" fmla="*/ 1326969 w 1592369"/>
              <a:gd name="connsiteY1" fmla="*/ 0 h 1592369"/>
              <a:gd name="connsiteX2" fmla="*/ 1592369 w 1592369"/>
              <a:gd name="connsiteY2" fmla="*/ 265400 h 1592369"/>
              <a:gd name="connsiteX3" fmla="*/ 1592369 w 1592369"/>
              <a:gd name="connsiteY3" fmla="*/ 1326969 h 1592369"/>
              <a:gd name="connsiteX4" fmla="*/ 1326969 w 1592369"/>
              <a:gd name="connsiteY4" fmla="*/ 1592369 h 1592369"/>
              <a:gd name="connsiteX5" fmla="*/ 265400 w 1592369"/>
              <a:gd name="connsiteY5" fmla="*/ 1592369 h 1592369"/>
              <a:gd name="connsiteX6" fmla="*/ 0 w 1592369"/>
              <a:gd name="connsiteY6" fmla="*/ 1326969 h 1592369"/>
              <a:gd name="connsiteX7" fmla="*/ 0 w 1592369"/>
              <a:gd name="connsiteY7" fmla="*/ 265400 h 1592369"/>
              <a:gd name="connsiteX8" fmla="*/ 265400 w 1592369"/>
              <a:gd name="connsiteY8" fmla="*/ 0 h 159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2369" h="1592369">
                <a:moveTo>
                  <a:pt x="265400" y="0"/>
                </a:moveTo>
                <a:lnTo>
                  <a:pt x="1326969" y="0"/>
                </a:lnTo>
                <a:cubicBezTo>
                  <a:pt x="1473545" y="0"/>
                  <a:pt x="1592369" y="118824"/>
                  <a:pt x="1592369" y="265400"/>
                </a:cubicBezTo>
                <a:lnTo>
                  <a:pt x="1592369" y="1326969"/>
                </a:lnTo>
                <a:cubicBezTo>
                  <a:pt x="1592369" y="1473545"/>
                  <a:pt x="1473545" y="1592369"/>
                  <a:pt x="1326969" y="1592369"/>
                </a:cubicBezTo>
                <a:lnTo>
                  <a:pt x="265400" y="1592369"/>
                </a:lnTo>
                <a:cubicBezTo>
                  <a:pt x="118824" y="1592369"/>
                  <a:pt x="0" y="1473545"/>
                  <a:pt x="0" y="1326969"/>
                </a:cubicBezTo>
                <a:lnTo>
                  <a:pt x="0" y="265400"/>
                </a:lnTo>
                <a:cubicBezTo>
                  <a:pt x="0" y="118824"/>
                  <a:pt x="118824" y="0"/>
                  <a:pt x="265400" y="0"/>
                </a:cubicBezTo>
                <a:close/>
              </a:path>
            </a:pathLst>
          </a:custGeom>
          <a:solidFill>
            <a:srgbClr val="ED619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lvl1pPr>
              <a:defRPr lang="zh-CN" altLang="en-US" sz="14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3"/>
          </p:nvPr>
        </p:nvSpPr>
        <p:spPr>
          <a:xfrm>
            <a:off x="4689566" y="3030203"/>
            <a:ext cx="1194277" cy="1194277"/>
          </a:xfrm>
          <a:custGeom>
            <a:avLst/>
            <a:gdLst>
              <a:gd name="connsiteX0" fmla="*/ 265400 w 1592369"/>
              <a:gd name="connsiteY0" fmla="*/ 0 h 1592369"/>
              <a:gd name="connsiteX1" fmla="*/ 1326969 w 1592369"/>
              <a:gd name="connsiteY1" fmla="*/ 0 h 1592369"/>
              <a:gd name="connsiteX2" fmla="*/ 1592369 w 1592369"/>
              <a:gd name="connsiteY2" fmla="*/ 265400 h 1592369"/>
              <a:gd name="connsiteX3" fmla="*/ 1592369 w 1592369"/>
              <a:gd name="connsiteY3" fmla="*/ 1326969 h 1592369"/>
              <a:gd name="connsiteX4" fmla="*/ 1326969 w 1592369"/>
              <a:gd name="connsiteY4" fmla="*/ 1592369 h 1592369"/>
              <a:gd name="connsiteX5" fmla="*/ 265400 w 1592369"/>
              <a:gd name="connsiteY5" fmla="*/ 1592369 h 1592369"/>
              <a:gd name="connsiteX6" fmla="*/ 0 w 1592369"/>
              <a:gd name="connsiteY6" fmla="*/ 1326969 h 1592369"/>
              <a:gd name="connsiteX7" fmla="*/ 0 w 1592369"/>
              <a:gd name="connsiteY7" fmla="*/ 265400 h 1592369"/>
              <a:gd name="connsiteX8" fmla="*/ 265400 w 1592369"/>
              <a:gd name="connsiteY8" fmla="*/ 0 h 159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2369" h="1592369">
                <a:moveTo>
                  <a:pt x="265400" y="0"/>
                </a:moveTo>
                <a:lnTo>
                  <a:pt x="1326969" y="0"/>
                </a:lnTo>
                <a:cubicBezTo>
                  <a:pt x="1473545" y="0"/>
                  <a:pt x="1592369" y="118824"/>
                  <a:pt x="1592369" y="265400"/>
                </a:cubicBezTo>
                <a:lnTo>
                  <a:pt x="1592369" y="1326969"/>
                </a:lnTo>
                <a:cubicBezTo>
                  <a:pt x="1592369" y="1473545"/>
                  <a:pt x="1473545" y="1592369"/>
                  <a:pt x="1326969" y="1592369"/>
                </a:cubicBezTo>
                <a:lnTo>
                  <a:pt x="265400" y="1592369"/>
                </a:lnTo>
                <a:cubicBezTo>
                  <a:pt x="118824" y="1592369"/>
                  <a:pt x="0" y="1473545"/>
                  <a:pt x="0" y="1326969"/>
                </a:cubicBezTo>
                <a:lnTo>
                  <a:pt x="0" y="265400"/>
                </a:lnTo>
                <a:cubicBezTo>
                  <a:pt x="0" y="118824"/>
                  <a:pt x="118824" y="0"/>
                  <a:pt x="265400" y="0"/>
                </a:cubicBezTo>
                <a:close/>
              </a:path>
            </a:pathLst>
          </a:custGeom>
          <a:solidFill>
            <a:srgbClr val="ED619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lvl1pPr>
              <a:defRPr lang="zh-CN" altLang="en-US" sz="14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0"/>
          </p:nvPr>
        </p:nvSpPr>
        <p:spPr>
          <a:xfrm>
            <a:off x="879566" y="1353803"/>
            <a:ext cx="1194277" cy="1194277"/>
          </a:xfrm>
          <a:custGeom>
            <a:avLst/>
            <a:gdLst>
              <a:gd name="connsiteX0" fmla="*/ 265400 w 1592369"/>
              <a:gd name="connsiteY0" fmla="*/ 0 h 1592369"/>
              <a:gd name="connsiteX1" fmla="*/ 1326969 w 1592369"/>
              <a:gd name="connsiteY1" fmla="*/ 0 h 1592369"/>
              <a:gd name="connsiteX2" fmla="*/ 1592369 w 1592369"/>
              <a:gd name="connsiteY2" fmla="*/ 265400 h 1592369"/>
              <a:gd name="connsiteX3" fmla="*/ 1592369 w 1592369"/>
              <a:gd name="connsiteY3" fmla="*/ 1326969 h 1592369"/>
              <a:gd name="connsiteX4" fmla="*/ 1326969 w 1592369"/>
              <a:gd name="connsiteY4" fmla="*/ 1592369 h 1592369"/>
              <a:gd name="connsiteX5" fmla="*/ 265400 w 1592369"/>
              <a:gd name="connsiteY5" fmla="*/ 1592369 h 1592369"/>
              <a:gd name="connsiteX6" fmla="*/ 0 w 1592369"/>
              <a:gd name="connsiteY6" fmla="*/ 1326969 h 1592369"/>
              <a:gd name="connsiteX7" fmla="*/ 0 w 1592369"/>
              <a:gd name="connsiteY7" fmla="*/ 265400 h 1592369"/>
              <a:gd name="connsiteX8" fmla="*/ 265400 w 1592369"/>
              <a:gd name="connsiteY8" fmla="*/ 0 h 159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2369" h="1592369">
                <a:moveTo>
                  <a:pt x="265400" y="0"/>
                </a:moveTo>
                <a:lnTo>
                  <a:pt x="1326969" y="0"/>
                </a:lnTo>
                <a:cubicBezTo>
                  <a:pt x="1473545" y="0"/>
                  <a:pt x="1592369" y="118824"/>
                  <a:pt x="1592369" y="265400"/>
                </a:cubicBezTo>
                <a:lnTo>
                  <a:pt x="1592369" y="1326969"/>
                </a:lnTo>
                <a:cubicBezTo>
                  <a:pt x="1592369" y="1473545"/>
                  <a:pt x="1473545" y="1592369"/>
                  <a:pt x="1326969" y="1592369"/>
                </a:cubicBezTo>
                <a:lnTo>
                  <a:pt x="265400" y="1592369"/>
                </a:lnTo>
                <a:cubicBezTo>
                  <a:pt x="118824" y="1592369"/>
                  <a:pt x="0" y="1473545"/>
                  <a:pt x="0" y="1326969"/>
                </a:cubicBezTo>
                <a:lnTo>
                  <a:pt x="0" y="265400"/>
                </a:lnTo>
                <a:cubicBezTo>
                  <a:pt x="0" y="118824"/>
                  <a:pt x="118824" y="0"/>
                  <a:pt x="265400" y="0"/>
                </a:cubicBezTo>
                <a:close/>
              </a:path>
            </a:pathLst>
          </a:custGeom>
          <a:solidFill>
            <a:srgbClr val="ED619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lvl1pPr>
              <a:defRPr lang="zh-CN" altLang="en-US" sz="14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879566" y="3030203"/>
            <a:ext cx="1194277" cy="1194277"/>
          </a:xfrm>
          <a:custGeom>
            <a:avLst/>
            <a:gdLst>
              <a:gd name="connsiteX0" fmla="*/ 265400 w 1592369"/>
              <a:gd name="connsiteY0" fmla="*/ 0 h 1592369"/>
              <a:gd name="connsiteX1" fmla="*/ 1326969 w 1592369"/>
              <a:gd name="connsiteY1" fmla="*/ 0 h 1592369"/>
              <a:gd name="connsiteX2" fmla="*/ 1592369 w 1592369"/>
              <a:gd name="connsiteY2" fmla="*/ 265400 h 1592369"/>
              <a:gd name="connsiteX3" fmla="*/ 1592369 w 1592369"/>
              <a:gd name="connsiteY3" fmla="*/ 1326969 h 1592369"/>
              <a:gd name="connsiteX4" fmla="*/ 1326969 w 1592369"/>
              <a:gd name="connsiteY4" fmla="*/ 1592369 h 1592369"/>
              <a:gd name="connsiteX5" fmla="*/ 265400 w 1592369"/>
              <a:gd name="connsiteY5" fmla="*/ 1592369 h 1592369"/>
              <a:gd name="connsiteX6" fmla="*/ 0 w 1592369"/>
              <a:gd name="connsiteY6" fmla="*/ 1326969 h 1592369"/>
              <a:gd name="connsiteX7" fmla="*/ 0 w 1592369"/>
              <a:gd name="connsiteY7" fmla="*/ 265400 h 1592369"/>
              <a:gd name="connsiteX8" fmla="*/ 265400 w 1592369"/>
              <a:gd name="connsiteY8" fmla="*/ 0 h 159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2369" h="1592369">
                <a:moveTo>
                  <a:pt x="265400" y="0"/>
                </a:moveTo>
                <a:lnTo>
                  <a:pt x="1326969" y="0"/>
                </a:lnTo>
                <a:cubicBezTo>
                  <a:pt x="1473545" y="0"/>
                  <a:pt x="1592369" y="118824"/>
                  <a:pt x="1592369" y="265400"/>
                </a:cubicBezTo>
                <a:lnTo>
                  <a:pt x="1592369" y="1326969"/>
                </a:lnTo>
                <a:cubicBezTo>
                  <a:pt x="1592369" y="1473545"/>
                  <a:pt x="1473545" y="1592369"/>
                  <a:pt x="1326969" y="1592369"/>
                </a:cubicBezTo>
                <a:lnTo>
                  <a:pt x="265400" y="1592369"/>
                </a:lnTo>
                <a:cubicBezTo>
                  <a:pt x="118824" y="1592369"/>
                  <a:pt x="0" y="1473545"/>
                  <a:pt x="0" y="1326969"/>
                </a:cubicBezTo>
                <a:lnTo>
                  <a:pt x="0" y="265400"/>
                </a:lnTo>
                <a:cubicBezTo>
                  <a:pt x="0" y="118824"/>
                  <a:pt x="118824" y="0"/>
                  <a:pt x="265400" y="0"/>
                </a:cubicBezTo>
                <a:close/>
              </a:path>
            </a:pathLst>
          </a:custGeom>
          <a:solidFill>
            <a:srgbClr val="ED6196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lvl1pPr>
              <a:defRPr lang="zh-CN" altLang="en-US" sz="14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886293" y="2258106"/>
            <a:ext cx="1593056" cy="1514475"/>
          </a:xfrm>
          <a:custGeom>
            <a:avLst/>
            <a:gdLst>
              <a:gd name="connsiteX0" fmla="*/ 410297 w 2124075"/>
              <a:gd name="connsiteY0" fmla="*/ 0 h 2019300"/>
              <a:gd name="connsiteX1" fmla="*/ 1713778 w 2124075"/>
              <a:gd name="connsiteY1" fmla="*/ 0 h 2019300"/>
              <a:gd name="connsiteX2" fmla="*/ 2124075 w 2124075"/>
              <a:gd name="connsiteY2" fmla="*/ 1268373 h 2019300"/>
              <a:gd name="connsiteX3" fmla="*/ 1057304 w 2124075"/>
              <a:gd name="connsiteY3" fmla="*/ 2019300 h 2019300"/>
              <a:gd name="connsiteX4" fmla="*/ 0 w 2124075"/>
              <a:gd name="connsiteY4" fmla="*/ 1246287 h 201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4075" h="2019300">
                <a:moveTo>
                  <a:pt x="410297" y="0"/>
                </a:moveTo>
                <a:lnTo>
                  <a:pt x="1713778" y="0"/>
                </a:lnTo>
                <a:lnTo>
                  <a:pt x="2124075" y="1268373"/>
                </a:lnTo>
                <a:lnTo>
                  <a:pt x="1057304" y="2019300"/>
                </a:lnTo>
                <a:lnTo>
                  <a:pt x="0" y="1246287"/>
                </a:lnTo>
                <a:close/>
              </a:path>
            </a:pathLst>
          </a:custGeom>
        </p:spPr>
        <p:txBody>
          <a:bodyPr wrap="square" lIns="68580" tIns="34290" rIns="68580" bIns="34290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/>
        </p:nvSpPr>
        <p:spPr>
          <a:xfrm>
            <a:off x="1" y="203406"/>
            <a:ext cx="324991" cy="649982"/>
          </a:xfrm>
          <a:custGeom>
            <a:avLst/>
            <a:gdLst>
              <a:gd name="connsiteX0" fmla="*/ 0 w 433321"/>
              <a:gd name="connsiteY0" fmla="*/ 0 h 866642"/>
              <a:gd name="connsiteX1" fmla="*/ 433321 w 433321"/>
              <a:gd name="connsiteY1" fmla="*/ 433321 h 866642"/>
              <a:gd name="connsiteX2" fmla="*/ 0 w 433321"/>
              <a:gd name="connsiteY2" fmla="*/ 866642 h 866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3321" h="866642">
                <a:moveTo>
                  <a:pt x="0" y="0"/>
                </a:moveTo>
                <a:cubicBezTo>
                  <a:pt x="239317" y="0"/>
                  <a:pt x="433321" y="194004"/>
                  <a:pt x="433321" y="433321"/>
                </a:cubicBezTo>
                <a:cubicBezTo>
                  <a:pt x="433321" y="672638"/>
                  <a:pt x="239317" y="866642"/>
                  <a:pt x="0" y="866642"/>
                </a:cubicBezTo>
                <a:close/>
              </a:path>
            </a:pathLst>
          </a:custGeom>
          <a:gradFill flip="none" rotWithShape="0">
            <a:gsLst>
              <a:gs pos="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lin ang="5400000" scaled="1"/>
            <a:tileRect/>
          </a:gradFill>
          <a:ln w="9525">
            <a:noFill/>
            <a:round/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Maibenben\Desktop\1 副本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" y="1905"/>
            <a:ext cx="9144000" cy="514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18"/>
          <p:cNvSpPr txBox="1"/>
          <p:nvPr/>
        </p:nvSpPr>
        <p:spPr>
          <a:xfrm>
            <a:off x="629285" y="1524635"/>
            <a:ext cx="5679440" cy="6223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One-</a:t>
            </a:r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one </a:t>
            </a:r>
            <a:r>
              <a:rPr lang="en-US" altLang="zh-CN" sz="3600" b="1" spc="300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Meeting</a:t>
            </a:r>
            <a:endParaRPr lang="en-US" altLang="zh-CN" sz="3600" b="1" spc="300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40424" y="2602380"/>
            <a:ext cx="272650" cy="272650"/>
            <a:chOff x="4432300" y="431800"/>
            <a:chExt cx="482600" cy="482600"/>
          </a:xfrm>
        </p:grpSpPr>
        <p:sp>
          <p:nvSpPr>
            <p:cNvPr id="15" name="椭圆 14"/>
            <p:cNvSpPr/>
            <p:nvPr/>
          </p:nvSpPr>
          <p:spPr>
            <a:xfrm>
              <a:off x="4432300" y="431800"/>
              <a:ext cx="482600" cy="4826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  <p:sp>
          <p:nvSpPr>
            <p:cNvPr id="16" name="椭圆 23"/>
            <p:cNvSpPr/>
            <p:nvPr/>
          </p:nvSpPr>
          <p:spPr>
            <a:xfrm>
              <a:off x="4551362" y="566393"/>
              <a:ext cx="244476" cy="213413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40423" y="3072284"/>
            <a:ext cx="272650" cy="272652"/>
            <a:chOff x="1893214" y="1058339"/>
            <a:chExt cx="482600" cy="482602"/>
          </a:xfrm>
        </p:grpSpPr>
        <p:sp>
          <p:nvSpPr>
            <p:cNvPr id="13" name="椭圆 12"/>
            <p:cNvSpPr/>
            <p:nvPr/>
          </p:nvSpPr>
          <p:spPr>
            <a:xfrm>
              <a:off x="1893214" y="1058339"/>
              <a:ext cx="482600" cy="482602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  <p:sp>
          <p:nvSpPr>
            <p:cNvPr id="14" name="椭圆 27"/>
            <p:cNvSpPr/>
            <p:nvPr/>
          </p:nvSpPr>
          <p:spPr>
            <a:xfrm>
              <a:off x="2017441" y="1177399"/>
              <a:ext cx="234147" cy="244476"/>
            </a:xfrm>
            <a:custGeom>
              <a:avLst/>
              <a:gdLst>
                <a:gd name="connsiteX0" fmla="*/ 290894 w 581627"/>
                <a:gd name="connsiteY0" fmla="*/ 127512 h 607286"/>
                <a:gd name="connsiteX1" fmla="*/ 303234 w 581627"/>
                <a:gd name="connsiteY1" fmla="*/ 139829 h 607286"/>
                <a:gd name="connsiteX2" fmla="*/ 303234 w 581627"/>
                <a:gd name="connsiteY2" fmla="*/ 304505 h 607286"/>
                <a:gd name="connsiteX3" fmla="*/ 309861 w 581627"/>
                <a:gd name="connsiteY3" fmla="*/ 304505 h 607286"/>
                <a:gd name="connsiteX4" fmla="*/ 322201 w 581627"/>
                <a:gd name="connsiteY4" fmla="*/ 316822 h 607286"/>
                <a:gd name="connsiteX5" fmla="*/ 309861 w 581627"/>
                <a:gd name="connsiteY5" fmla="*/ 329138 h 607286"/>
                <a:gd name="connsiteX6" fmla="*/ 303234 w 581627"/>
                <a:gd name="connsiteY6" fmla="*/ 329138 h 607286"/>
                <a:gd name="connsiteX7" fmla="*/ 303234 w 581627"/>
                <a:gd name="connsiteY7" fmla="*/ 342937 h 607286"/>
                <a:gd name="connsiteX8" fmla="*/ 290894 w 581627"/>
                <a:gd name="connsiteY8" fmla="*/ 355368 h 607286"/>
                <a:gd name="connsiteX9" fmla="*/ 278439 w 581627"/>
                <a:gd name="connsiteY9" fmla="*/ 342937 h 607286"/>
                <a:gd name="connsiteX10" fmla="*/ 278439 w 581627"/>
                <a:gd name="connsiteY10" fmla="*/ 329138 h 607286"/>
                <a:gd name="connsiteX11" fmla="*/ 272726 w 581627"/>
                <a:gd name="connsiteY11" fmla="*/ 329138 h 607286"/>
                <a:gd name="connsiteX12" fmla="*/ 260386 w 581627"/>
                <a:gd name="connsiteY12" fmla="*/ 316822 h 607286"/>
                <a:gd name="connsiteX13" fmla="*/ 272726 w 581627"/>
                <a:gd name="connsiteY13" fmla="*/ 304391 h 607286"/>
                <a:gd name="connsiteX14" fmla="*/ 278439 w 581627"/>
                <a:gd name="connsiteY14" fmla="*/ 304391 h 607286"/>
                <a:gd name="connsiteX15" fmla="*/ 278439 w 581627"/>
                <a:gd name="connsiteY15" fmla="*/ 139829 h 607286"/>
                <a:gd name="connsiteX16" fmla="*/ 290894 w 581627"/>
                <a:gd name="connsiteY16" fmla="*/ 127512 h 607286"/>
                <a:gd name="connsiteX17" fmla="*/ 278880 w 581627"/>
                <a:gd name="connsiteY17" fmla="*/ 51662 h 607286"/>
                <a:gd name="connsiteX18" fmla="*/ 120025 w 581627"/>
                <a:gd name="connsiteY18" fmla="*/ 113360 h 607286"/>
                <a:gd name="connsiteX19" fmla="*/ 141381 w 581627"/>
                <a:gd name="connsiteY19" fmla="*/ 134686 h 607286"/>
                <a:gd name="connsiteX20" fmla="*/ 141381 w 581627"/>
                <a:gd name="connsiteY20" fmla="*/ 152135 h 607286"/>
                <a:gd name="connsiteX21" fmla="*/ 132587 w 581627"/>
                <a:gd name="connsiteY21" fmla="*/ 155785 h 607286"/>
                <a:gd name="connsiteX22" fmla="*/ 123908 w 581627"/>
                <a:gd name="connsiteY22" fmla="*/ 152135 h 607286"/>
                <a:gd name="connsiteX23" fmla="*/ 101753 w 581627"/>
                <a:gd name="connsiteY23" fmla="*/ 130125 h 607286"/>
                <a:gd name="connsiteX24" fmla="*/ 26038 w 581627"/>
                <a:gd name="connsiteY24" fmla="*/ 291269 h 607286"/>
                <a:gd name="connsiteX25" fmla="*/ 66122 w 581627"/>
                <a:gd name="connsiteY25" fmla="*/ 291269 h 607286"/>
                <a:gd name="connsiteX26" fmla="*/ 78570 w 581627"/>
                <a:gd name="connsiteY26" fmla="*/ 303700 h 607286"/>
                <a:gd name="connsiteX27" fmla="*/ 66122 w 581627"/>
                <a:gd name="connsiteY27" fmla="*/ 316017 h 607286"/>
                <a:gd name="connsiteX28" fmla="*/ 24782 w 581627"/>
                <a:gd name="connsiteY28" fmla="*/ 316017 h 607286"/>
                <a:gd name="connsiteX29" fmla="*/ 24667 w 581627"/>
                <a:gd name="connsiteY29" fmla="*/ 316815 h 607286"/>
                <a:gd name="connsiteX30" fmla="*/ 89305 w 581627"/>
                <a:gd name="connsiteY30" fmla="*/ 489934 h 607286"/>
                <a:gd name="connsiteX31" fmla="*/ 89876 w 581627"/>
                <a:gd name="connsiteY31" fmla="*/ 489136 h 607286"/>
                <a:gd name="connsiteX32" fmla="*/ 123908 w 581627"/>
                <a:gd name="connsiteY32" fmla="*/ 455151 h 607286"/>
                <a:gd name="connsiteX33" fmla="*/ 141381 w 581627"/>
                <a:gd name="connsiteY33" fmla="*/ 455151 h 607286"/>
                <a:gd name="connsiteX34" fmla="*/ 141381 w 581627"/>
                <a:gd name="connsiteY34" fmla="*/ 472600 h 607286"/>
                <a:gd name="connsiteX35" fmla="*/ 107349 w 581627"/>
                <a:gd name="connsiteY35" fmla="*/ 506585 h 607286"/>
                <a:gd name="connsiteX36" fmla="*/ 105979 w 581627"/>
                <a:gd name="connsiteY36" fmla="*/ 507497 h 607286"/>
                <a:gd name="connsiteX37" fmla="*/ 281506 w 581627"/>
                <a:gd name="connsiteY37" fmla="*/ 582082 h 607286"/>
                <a:gd name="connsiteX38" fmla="*/ 280707 w 581627"/>
                <a:gd name="connsiteY38" fmla="*/ 578319 h 607286"/>
                <a:gd name="connsiteX39" fmla="*/ 280707 w 581627"/>
                <a:gd name="connsiteY39" fmla="*/ 530192 h 607286"/>
                <a:gd name="connsiteX40" fmla="*/ 293040 w 581627"/>
                <a:gd name="connsiteY40" fmla="*/ 517875 h 607286"/>
                <a:gd name="connsiteX41" fmla="*/ 305488 w 581627"/>
                <a:gd name="connsiteY41" fmla="*/ 530192 h 607286"/>
                <a:gd name="connsiteX42" fmla="*/ 305488 w 581627"/>
                <a:gd name="connsiteY42" fmla="*/ 578319 h 607286"/>
                <a:gd name="connsiteX43" fmla="*/ 304803 w 581627"/>
                <a:gd name="connsiteY43" fmla="*/ 581854 h 607286"/>
                <a:gd name="connsiteX44" fmla="*/ 477818 w 581627"/>
                <a:gd name="connsiteY44" fmla="*/ 505673 h 607286"/>
                <a:gd name="connsiteX45" fmla="*/ 444814 w 581627"/>
                <a:gd name="connsiteY45" fmla="*/ 472600 h 607286"/>
                <a:gd name="connsiteX46" fmla="*/ 444814 w 581627"/>
                <a:gd name="connsiteY46" fmla="*/ 455151 h 607286"/>
                <a:gd name="connsiteX47" fmla="*/ 462287 w 581627"/>
                <a:gd name="connsiteY47" fmla="*/ 455151 h 607286"/>
                <a:gd name="connsiteX48" fmla="*/ 494606 w 581627"/>
                <a:gd name="connsiteY48" fmla="*/ 487425 h 607286"/>
                <a:gd name="connsiteX49" fmla="*/ 556959 w 581627"/>
                <a:gd name="connsiteY49" fmla="*/ 316815 h 607286"/>
                <a:gd name="connsiteX50" fmla="*/ 556845 w 581627"/>
                <a:gd name="connsiteY50" fmla="*/ 316017 h 607286"/>
                <a:gd name="connsiteX51" fmla="*/ 519958 w 581627"/>
                <a:gd name="connsiteY51" fmla="*/ 316017 h 607286"/>
                <a:gd name="connsiteX52" fmla="*/ 507625 w 581627"/>
                <a:gd name="connsiteY52" fmla="*/ 303700 h 607286"/>
                <a:gd name="connsiteX53" fmla="*/ 519958 w 581627"/>
                <a:gd name="connsiteY53" fmla="*/ 291269 h 607286"/>
                <a:gd name="connsiteX54" fmla="*/ 555589 w 581627"/>
                <a:gd name="connsiteY54" fmla="*/ 291269 h 607286"/>
                <a:gd name="connsiteX55" fmla="*/ 482043 w 581627"/>
                <a:gd name="connsiteY55" fmla="*/ 132406 h 607286"/>
                <a:gd name="connsiteX56" fmla="*/ 462287 w 581627"/>
                <a:gd name="connsiteY56" fmla="*/ 152135 h 607286"/>
                <a:gd name="connsiteX57" fmla="*/ 453493 w 581627"/>
                <a:gd name="connsiteY57" fmla="*/ 155785 h 607286"/>
                <a:gd name="connsiteX58" fmla="*/ 444814 w 581627"/>
                <a:gd name="connsiteY58" fmla="*/ 152135 h 607286"/>
                <a:gd name="connsiteX59" fmla="*/ 444814 w 581627"/>
                <a:gd name="connsiteY59" fmla="*/ 134686 h 607286"/>
                <a:gd name="connsiteX60" fmla="*/ 464000 w 581627"/>
                <a:gd name="connsiteY60" fmla="*/ 115527 h 607286"/>
                <a:gd name="connsiteX61" fmla="*/ 303661 w 581627"/>
                <a:gd name="connsiteY61" fmla="*/ 51776 h 607286"/>
                <a:gd name="connsiteX62" fmla="*/ 303661 w 581627"/>
                <a:gd name="connsiteY62" fmla="*/ 77094 h 607286"/>
                <a:gd name="connsiteX63" fmla="*/ 291327 w 581627"/>
                <a:gd name="connsiteY63" fmla="*/ 89411 h 607286"/>
                <a:gd name="connsiteX64" fmla="*/ 278880 w 581627"/>
                <a:gd name="connsiteY64" fmla="*/ 77094 h 607286"/>
                <a:gd name="connsiteX65" fmla="*/ 290756 w 581627"/>
                <a:gd name="connsiteY65" fmla="*/ 0 h 607286"/>
                <a:gd name="connsiteX66" fmla="*/ 303204 w 581627"/>
                <a:gd name="connsiteY66" fmla="*/ 12317 h 607286"/>
                <a:gd name="connsiteX67" fmla="*/ 303204 w 581627"/>
                <a:gd name="connsiteY67" fmla="*/ 26686 h 607286"/>
                <a:gd name="connsiteX68" fmla="*/ 481929 w 581627"/>
                <a:gd name="connsiteY68" fmla="*/ 98192 h 607286"/>
                <a:gd name="connsiteX69" fmla="*/ 489923 w 581627"/>
                <a:gd name="connsiteY69" fmla="*/ 90209 h 607286"/>
                <a:gd name="connsiteX70" fmla="*/ 471880 w 581627"/>
                <a:gd name="connsiteY70" fmla="*/ 72190 h 607286"/>
                <a:gd name="connsiteX71" fmla="*/ 471880 w 581627"/>
                <a:gd name="connsiteY71" fmla="*/ 54627 h 607286"/>
                <a:gd name="connsiteX72" fmla="*/ 489352 w 581627"/>
                <a:gd name="connsiteY72" fmla="*/ 54627 h 607286"/>
                <a:gd name="connsiteX73" fmla="*/ 548166 w 581627"/>
                <a:gd name="connsiteY73" fmla="*/ 113360 h 607286"/>
                <a:gd name="connsiteX74" fmla="*/ 548166 w 581627"/>
                <a:gd name="connsiteY74" fmla="*/ 130809 h 607286"/>
                <a:gd name="connsiteX75" fmla="*/ 539373 w 581627"/>
                <a:gd name="connsiteY75" fmla="*/ 134458 h 607286"/>
                <a:gd name="connsiteX76" fmla="*/ 530693 w 581627"/>
                <a:gd name="connsiteY76" fmla="*/ 130809 h 607286"/>
                <a:gd name="connsiteX77" fmla="*/ 507396 w 581627"/>
                <a:gd name="connsiteY77" fmla="*/ 107658 h 607286"/>
                <a:gd name="connsiteX78" fmla="*/ 499973 w 581627"/>
                <a:gd name="connsiteY78" fmla="*/ 115185 h 607286"/>
                <a:gd name="connsiteX79" fmla="*/ 581627 w 581627"/>
                <a:gd name="connsiteY79" fmla="*/ 316815 h 607286"/>
                <a:gd name="connsiteX80" fmla="*/ 290756 w 581627"/>
                <a:gd name="connsiteY80" fmla="*/ 607286 h 607286"/>
                <a:gd name="connsiteX81" fmla="*/ 0 w 581627"/>
                <a:gd name="connsiteY81" fmla="*/ 316815 h 607286"/>
                <a:gd name="connsiteX82" fmla="*/ 278423 w 581627"/>
                <a:gd name="connsiteY82" fmla="*/ 26686 h 607286"/>
                <a:gd name="connsiteX83" fmla="*/ 278423 w 581627"/>
                <a:gd name="connsiteY83" fmla="*/ 12317 h 607286"/>
                <a:gd name="connsiteX84" fmla="*/ 290756 w 581627"/>
                <a:gd name="connsiteY84" fmla="*/ 0 h 607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81627" h="607286">
                  <a:moveTo>
                    <a:pt x="290894" y="127512"/>
                  </a:moveTo>
                  <a:cubicBezTo>
                    <a:pt x="297749" y="127512"/>
                    <a:pt x="303234" y="133100"/>
                    <a:pt x="303234" y="139829"/>
                  </a:cubicBezTo>
                  <a:lnTo>
                    <a:pt x="303234" y="304505"/>
                  </a:lnTo>
                  <a:lnTo>
                    <a:pt x="309861" y="304505"/>
                  </a:lnTo>
                  <a:cubicBezTo>
                    <a:pt x="316717" y="304505"/>
                    <a:pt x="322201" y="309979"/>
                    <a:pt x="322201" y="316822"/>
                  </a:cubicBezTo>
                  <a:cubicBezTo>
                    <a:pt x="322201" y="323664"/>
                    <a:pt x="316717" y="329138"/>
                    <a:pt x="309861" y="329138"/>
                  </a:cubicBezTo>
                  <a:lnTo>
                    <a:pt x="303234" y="329138"/>
                  </a:lnTo>
                  <a:lnTo>
                    <a:pt x="303234" y="342937"/>
                  </a:lnTo>
                  <a:cubicBezTo>
                    <a:pt x="303234" y="349780"/>
                    <a:pt x="297749" y="355368"/>
                    <a:pt x="290894" y="355368"/>
                  </a:cubicBezTo>
                  <a:cubicBezTo>
                    <a:pt x="284038" y="355368"/>
                    <a:pt x="278439" y="349780"/>
                    <a:pt x="278439" y="342937"/>
                  </a:cubicBezTo>
                  <a:lnTo>
                    <a:pt x="278439" y="329138"/>
                  </a:lnTo>
                  <a:lnTo>
                    <a:pt x="272726" y="329138"/>
                  </a:lnTo>
                  <a:cubicBezTo>
                    <a:pt x="265871" y="329138"/>
                    <a:pt x="260386" y="323664"/>
                    <a:pt x="260386" y="316822"/>
                  </a:cubicBezTo>
                  <a:cubicBezTo>
                    <a:pt x="260386" y="309979"/>
                    <a:pt x="265871" y="304391"/>
                    <a:pt x="272726" y="304391"/>
                  </a:cubicBezTo>
                  <a:lnTo>
                    <a:pt x="278439" y="304391"/>
                  </a:lnTo>
                  <a:lnTo>
                    <a:pt x="278439" y="139829"/>
                  </a:lnTo>
                  <a:cubicBezTo>
                    <a:pt x="278439" y="133100"/>
                    <a:pt x="284038" y="127512"/>
                    <a:pt x="290894" y="127512"/>
                  </a:cubicBezTo>
                  <a:close/>
                  <a:moveTo>
                    <a:pt x="278880" y="51662"/>
                  </a:moveTo>
                  <a:cubicBezTo>
                    <a:pt x="218581" y="54399"/>
                    <a:pt x="163422" y="76980"/>
                    <a:pt x="120025" y="113360"/>
                  </a:cubicBezTo>
                  <a:lnTo>
                    <a:pt x="141381" y="134686"/>
                  </a:lnTo>
                  <a:cubicBezTo>
                    <a:pt x="146177" y="139590"/>
                    <a:pt x="146177" y="147345"/>
                    <a:pt x="141381" y="152135"/>
                  </a:cubicBezTo>
                  <a:cubicBezTo>
                    <a:pt x="138983" y="154644"/>
                    <a:pt x="135785" y="155785"/>
                    <a:pt x="132587" y="155785"/>
                  </a:cubicBezTo>
                  <a:cubicBezTo>
                    <a:pt x="129504" y="155785"/>
                    <a:pt x="126306" y="154644"/>
                    <a:pt x="123908" y="152135"/>
                  </a:cubicBezTo>
                  <a:lnTo>
                    <a:pt x="101753" y="130125"/>
                  </a:lnTo>
                  <a:cubicBezTo>
                    <a:pt x="59841" y="172435"/>
                    <a:pt x="31976" y="228773"/>
                    <a:pt x="26038" y="291269"/>
                  </a:cubicBezTo>
                  <a:lnTo>
                    <a:pt x="66122" y="291269"/>
                  </a:lnTo>
                  <a:cubicBezTo>
                    <a:pt x="72974" y="291269"/>
                    <a:pt x="78570" y="296857"/>
                    <a:pt x="78570" y="303700"/>
                  </a:cubicBezTo>
                  <a:cubicBezTo>
                    <a:pt x="78570" y="310543"/>
                    <a:pt x="72974" y="316017"/>
                    <a:pt x="66122" y="316017"/>
                  </a:cubicBezTo>
                  <a:lnTo>
                    <a:pt x="24782" y="316017"/>
                  </a:lnTo>
                  <a:cubicBezTo>
                    <a:pt x="24782" y="316245"/>
                    <a:pt x="24667" y="316587"/>
                    <a:pt x="24667" y="316815"/>
                  </a:cubicBezTo>
                  <a:cubicBezTo>
                    <a:pt x="24667" y="382961"/>
                    <a:pt x="49221" y="443404"/>
                    <a:pt x="89305" y="489934"/>
                  </a:cubicBezTo>
                  <a:cubicBezTo>
                    <a:pt x="89534" y="489706"/>
                    <a:pt x="89648" y="489364"/>
                    <a:pt x="89876" y="489136"/>
                  </a:cubicBezTo>
                  <a:lnTo>
                    <a:pt x="123908" y="455151"/>
                  </a:lnTo>
                  <a:cubicBezTo>
                    <a:pt x="128705" y="450361"/>
                    <a:pt x="136585" y="450361"/>
                    <a:pt x="141381" y="455151"/>
                  </a:cubicBezTo>
                  <a:cubicBezTo>
                    <a:pt x="146177" y="459941"/>
                    <a:pt x="146177" y="467810"/>
                    <a:pt x="141381" y="472600"/>
                  </a:cubicBezTo>
                  <a:lnTo>
                    <a:pt x="107349" y="506585"/>
                  </a:lnTo>
                  <a:cubicBezTo>
                    <a:pt x="106892" y="507041"/>
                    <a:pt x="106435" y="507155"/>
                    <a:pt x="105979" y="507497"/>
                  </a:cubicBezTo>
                  <a:cubicBezTo>
                    <a:pt x="151773" y="551861"/>
                    <a:pt x="213328" y="579687"/>
                    <a:pt x="281506" y="582082"/>
                  </a:cubicBezTo>
                  <a:cubicBezTo>
                    <a:pt x="281049" y="580828"/>
                    <a:pt x="280707" y="579687"/>
                    <a:pt x="280707" y="578319"/>
                  </a:cubicBezTo>
                  <a:lnTo>
                    <a:pt x="280707" y="530192"/>
                  </a:lnTo>
                  <a:cubicBezTo>
                    <a:pt x="280707" y="523464"/>
                    <a:pt x="286188" y="517875"/>
                    <a:pt x="293040" y="517875"/>
                  </a:cubicBezTo>
                  <a:cubicBezTo>
                    <a:pt x="299893" y="517875"/>
                    <a:pt x="305488" y="523349"/>
                    <a:pt x="305488" y="530192"/>
                  </a:cubicBezTo>
                  <a:lnTo>
                    <a:pt x="305488" y="578319"/>
                  </a:lnTo>
                  <a:cubicBezTo>
                    <a:pt x="305488" y="579573"/>
                    <a:pt x="305146" y="580714"/>
                    <a:pt x="304803" y="581854"/>
                  </a:cubicBezTo>
                  <a:cubicBezTo>
                    <a:pt x="372068" y="578319"/>
                    <a:pt x="432823" y="550036"/>
                    <a:pt x="477818" y="505673"/>
                  </a:cubicBezTo>
                  <a:lnTo>
                    <a:pt x="444814" y="472600"/>
                  </a:lnTo>
                  <a:cubicBezTo>
                    <a:pt x="439903" y="467810"/>
                    <a:pt x="439903" y="459941"/>
                    <a:pt x="444814" y="455151"/>
                  </a:cubicBezTo>
                  <a:cubicBezTo>
                    <a:pt x="449610" y="450361"/>
                    <a:pt x="457490" y="450361"/>
                    <a:pt x="462287" y="455151"/>
                  </a:cubicBezTo>
                  <a:lnTo>
                    <a:pt x="494606" y="487425"/>
                  </a:lnTo>
                  <a:cubicBezTo>
                    <a:pt x="533434" y="441238"/>
                    <a:pt x="556959" y="381706"/>
                    <a:pt x="556959" y="316815"/>
                  </a:cubicBezTo>
                  <a:cubicBezTo>
                    <a:pt x="556959" y="316587"/>
                    <a:pt x="556845" y="316359"/>
                    <a:pt x="556845" y="316017"/>
                  </a:cubicBezTo>
                  <a:lnTo>
                    <a:pt x="519958" y="316017"/>
                  </a:lnTo>
                  <a:cubicBezTo>
                    <a:pt x="513106" y="316017"/>
                    <a:pt x="507625" y="310543"/>
                    <a:pt x="507625" y="303700"/>
                  </a:cubicBezTo>
                  <a:cubicBezTo>
                    <a:pt x="507625" y="296857"/>
                    <a:pt x="513106" y="291269"/>
                    <a:pt x="519958" y="291269"/>
                  </a:cubicBezTo>
                  <a:lnTo>
                    <a:pt x="555589" y="291269"/>
                  </a:lnTo>
                  <a:cubicBezTo>
                    <a:pt x="549765" y="229799"/>
                    <a:pt x="522699" y="174488"/>
                    <a:pt x="482043" y="132406"/>
                  </a:cubicBezTo>
                  <a:lnTo>
                    <a:pt x="462287" y="152135"/>
                  </a:lnTo>
                  <a:cubicBezTo>
                    <a:pt x="459888" y="154644"/>
                    <a:pt x="456691" y="155785"/>
                    <a:pt x="453493" y="155785"/>
                  </a:cubicBezTo>
                  <a:cubicBezTo>
                    <a:pt x="450296" y="155785"/>
                    <a:pt x="447212" y="154644"/>
                    <a:pt x="444814" y="152135"/>
                  </a:cubicBezTo>
                  <a:cubicBezTo>
                    <a:pt x="439903" y="147345"/>
                    <a:pt x="439903" y="139476"/>
                    <a:pt x="444814" y="134686"/>
                  </a:cubicBezTo>
                  <a:lnTo>
                    <a:pt x="464000" y="115527"/>
                  </a:lnTo>
                  <a:cubicBezTo>
                    <a:pt x="420489" y="78120"/>
                    <a:pt x="364759" y="54627"/>
                    <a:pt x="303661" y="51776"/>
                  </a:cubicBezTo>
                  <a:lnTo>
                    <a:pt x="303661" y="77094"/>
                  </a:lnTo>
                  <a:cubicBezTo>
                    <a:pt x="303661" y="83937"/>
                    <a:pt x="298065" y="89411"/>
                    <a:pt x="291327" y="89411"/>
                  </a:cubicBezTo>
                  <a:cubicBezTo>
                    <a:pt x="284475" y="89411"/>
                    <a:pt x="278880" y="83937"/>
                    <a:pt x="278880" y="77094"/>
                  </a:cubicBezTo>
                  <a:close/>
                  <a:moveTo>
                    <a:pt x="290756" y="0"/>
                  </a:moveTo>
                  <a:cubicBezTo>
                    <a:pt x="297609" y="0"/>
                    <a:pt x="303204" y="5588"/>
                    <a:pt x="303204" y="12317"/>
                  </a:cubicBezTo>
                  <a:lnTo>
                    <a:pt x="303204" y="26686"/>
                  </a:lnTo>
                  <a:cubicBezTo>
                    <a:pt x="371497" y="29537"/>
                    <a:pt x="433736" y="55996"/>
                    <a:pt x="481929" y="98192"/>
                  </a:cubicBezTo>
                  <a:lnTo>
                    <a:pt x="489923" y="90209"/>
                  </a:lnTo>
                  <a:lnTo>
                    <a:pt x="471880" y="72190"/>
                  </a:lnTo>
                  <a:cubicBezTo>
                    <a:pt x="467083" y="67286"/>
                    <a:pt x="467083" y="59531"/>
                    <a:pt x="471880" y="54627"/>
                  </a:cubicBezTo>
                  <a:cubicBezTo>
                    <a:pt x="476676" y="49837"/>
                    <a:pt x="484556" y="49837"/>
                    <a:pt x="489352" y="54627"/>
                  </a:cubicBezTo>
                  <a:lnTo>
                    <a:pt x="548166" y="113360"/>
                  </a:lnTo>
                  <a:cubicBezTo>
                    <a:pt x="552962" y="118150"/>
                    <a:pt x="552962" y="126019"/>
                    <a:pt x="548166" y="130809"/>
                  </a:cubicBezTo>
                  <a:cubicBezTo>
                    <a:pt x="545768" y="133204"/>
                    <a:pt x="542570" y="134458"/>
                    <a:pt x="539373" y="134458"/>
                  </a:cubicBezTo>
                  <a:cubicBezTo>
                    <a:pt x="536289" y="134458"/>
                    <a:pt x="533091" y="133204"/>
                    <a:pt x="530693" y="130809"/>
                  </a:cubicBezTo>
                  <a:lnTo>
                    <a:pt x="507396" y="107658"/>
                  </a:lnTo>
                  <a:lnTo>
                    <a:pt x="499973" y="115185"/>
                  </a:lnTo>
                  <a:cubicBezTo>
                    <a:pt x="550450" y="167531"/>
                    <a:pt x="581741" y="238581"/>
                    <a:pt x="581627" y="316815"/>
                  </a:cubicBezTo>
                  <a:cubicBezTo>
                    <a:pt x="581627" y="476933"/>
                    <a:pt x="451209" y="607286"/>
                    <a:pt x="290756" y="607286"/>
                  </a:cubicBezTo>
                  <a:cubicBezTo>
                    <a:pt x="130418" y="607286"/>
                    <a:pt x="0" y="476933"/>
                    <a:pt x="0" y="316815"/>
                  </a:cubicBezTo>
                  <a:cubicBezTo>
                    <a:pt x="0" y="160803"/>
                    <a:pt x="123794" y="33187"/>
                    <a:pt x="278423" y="26686"/>
                  </a:cubicBezTo>
                  <a:lnTo>
                    <a:pt x="278423" y="12317"/>
                  </a:lnTo>
                  <a:cubicBezTo>
                    <a:pt x="278423" y="5588"/>
                    <a:pt x="284019" y="0"/>
                    <a:pt x="2907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</p:grpSp>
      <p:sp>
        <p:nvSpPr>
          <p:cNvPr id="11" name="文本框 28"/>
          <p:cNvSpPr txBox="1"/>
          <p:nvPr/>
        </p:nvSpPr>
        <p:spPr>
          <a:xfrm>
            <a:off x="1096232" y="2577120"/>
            <a:ext cx="149096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汇报人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：卢昱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琦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1096231" y="3047016"/>
            <a:ext cx="2838091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汇报时间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：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2025.7.11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488" y="1402445"/>
            <a:ext cx="1478433" cy="14784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6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77520" y="212090"/>
            <a:ext cx="53778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Paper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Reading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96" y="0"/>
            <a:ext cx="829740" cy="6722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20" y="0"/>
            <a:ext cx="5205730" cy="909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005" y="3023235"/>
            <a:ext cx="6055995" cy="14554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2915" y="4509770"/>
            <a:ext cx="6226175" cy="5924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5980" y="909320"/>
            <a:ext cx="5024120" cy="21139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895" y="998220"/>
            <a:ext cx="2942590" cy="1573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77520" y="212090"/>
            <a:ext cx="53778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Paper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Reading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96" y="0"/>
            <a:ext cx="829740" cy="6722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4480" y="537210"/>
            <a:ext cx="5488305" cy="989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" y="1945640"/>
            <a:ext cx="3797935" cy="12934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420" y="1681480"/>
            <a:ext cx="5273675" cy="3178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26460"/>
            <a:ext cx="3989705" cy="973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77520" y="212090"/>
            <a:ext cx="53778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Paper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Reading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96" y="0"/>
            <a:ext cx="829740" cy="6722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70" y="672465"/>
            <a:ext cx="6414770" cy="708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00" y="1414145"/>
            <a:ext cx="2220595" cy="3545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20" y="1303020"/>
            <a:ext cx="2590800" cy="1968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6885" y="1424305"/>
            <a:ext cx="2415540" cy="18472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71520"/>
            <a:ext cx="6032500" cy="184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文本框 13"/>
          <p:cNvSpPr txBox="1"/>
          <p:nvPr/>
        </p:nvSpPr>
        <p:spPr>
          <a:xfrm>
            <a:off x="477520" y="212090"/>
            <a:ext cx="53778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Paper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Reading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96" y="0"/>
            <a:ext cx="829740" cy="6722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365" y="672465"/>
            <a:ext cx="5534025" cy="11493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2365"/>
            <a:ext cx="4573905" cy="24809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265" y="2506345"/>
            <a:ext cx="4608830" cy="238696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5095" y="2082800"/>
            <a:ext cx="1723390" cy="32956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ACC</a:t>
            </a:r>
            <a:endParaRPr lang="en-US" altLang="zh-CN"/>
          </a:p>
        </p:txBody>
      </p:sp>
      <p:sp>
        <p:nvSpPr>
          <p:cNvPr id="6" name="圆角矩形 5"/>
          <p:cNvSpPr/>
          <p:nvPr/>
        </p:nvSpPr>
        <p:spPr>
          <a:xfrm>
            <a:off x="4675505" y="1868805"/>
            <a:ext cx="4220845" cy="5905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图</a:t>
            </a:r>
            <a:r>
              <a:rPr lang="en-US" altLang="zh-CN"/>
              <a:t>8</a:t>
            </a:r>
            <a:r>
              <a:rPr lang="zh-CN" altLang="en-US"/>
              <a:t>：当两个提示的选项都不正确以及直接答案不正确而思考答案正确时，所选选项的概率平均增加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15" y="1100455"/>
            <a:ext cx="3399155" cy="19532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3155950"/>
            <a:ext cx="3543935" cy="198755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348480" y="1685925"/>
            <a:ext cx="3804285" cy="21005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/>
              <a:t>图</a:t>
            </a:r>
            <a:r>
              <a:rPr lang="en-US" altLang="zh-CN"/>
              <a:t>6</a:t>
            </a:r>
            <a:r>
              <a:rPr lang="zh-CN" altLang="en-US"/>
              <a:t>中的结果表明，当</a:t>
            </a:r>
            <a:r>
              <a:rPr lang="en-US" altLang="zh-CN"/>
              <a:t>LLM</a:t>
            </a:r>
            <a:r>
              <a:rPr lang="zh-CN" altLang="en-US"/>
              <a:t>生成错误答案时，</a:t>
            </a:r>
            <a:r>
              <a:rPr lang="en-US" altLang="zh-CN"/>
              <a:t>“</a:t>
            </a:r>
            <a:r>
              <a:rPr lang="zh-CN" altLang="en-US"/>
              <a:t>错误和自信</a:t>
            </a:r>
            <a:r>
              <a:rPr lang="en-US" altLang="zh-CN"/>
              <a:t>”</a:t>
            </a:r>
            <a:r>
              <a:rPr lang="zh-CN" altLang="en-US"/>
              <a:t>场景的频率明显超过</a:t>
            </a:r>
            <a:r>
              <a:rPr lang="en-US" altLang="zh-CN"/>
              <a:t>“</a:t>
            </a:r>
            <a:r>
              <a:rPr lang="zh-CN" altLang="en-US"/>
              <a:t>错误和不自信</a:t>
            </a:r>
            <a:r>
              <a:rPr lang="en-US" altLang="zh-CN"/>
              <a:t>”</a:t>
            </a:r>
            <a:r>
              <a:rPr lang="zh-CN" altLang="en-US"/>
              <a:t>场景，特别是当</a:t>
            </a:r>
            <a:r>
              <a:rPr lang="en-US" altLang="zh-CN"/>
              <a:t>LLM</a:t>
            </a:r>
            <a:r>
              <a:rPr lang="zh-CN" altLang="en-US"/>
              <a:t>需要推理时，这与回答</a:t>
            </a:r>
            <a:r>
              <a:rPr lang="en-US" altLang="zh-CN"/>
              <a:t>MCQ</a:t>
            </a:r>
            <a:r>
              <a:rPr lang="zh-CN" altLang="en-US"/>
              <a:t>时的人类行为是一致的</a:t>
            </a:r>
            <a:r>
              <a:rPr lang="en-US" altLang="zh-CN"/>
              <a:t>[21]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77520" y="212090"/>
            <a:ext cx="53778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Paper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Reading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96" y="0"/>
            <a:ext cx="829740" cy="672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3000">
        <p:checker/>
      </p:transition>
    </mc:Choice>
    <mc:Fallback>
      <p:transition spd="slow" advTm="3000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9895" y="295275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rPr>
              <a:t>Code Structure 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5285105" y="702310"/>
            <a:ext cx="2028190" cy="389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配置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285105" y="1315720"/>
            <a:ext cx="2028190" cy="389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数据预处理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5285105" y="1928495"/>
            <a:ext cx="2028190" cy="389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训练</a:t>
            </a:r>
            <a:r>
              <a:rPr lang="en-US" altLang="zh-CN"/>
              <a:t>Trainer</a:t>
            </a:r>
            <a:r>
              <a:rPr lang="zh-CN" altLang="en-US"/>
              <a:t>核心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285105" y="2444750"/>
            <a:ext cx="991235" cy="38925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SFT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6331585" y="2444750"/>
            <a:ext cx="981075" cy="38925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RL</a:t>
            </a:r>
            <a:endParaRPr lang="en-US" altLang="zh-CN"/>
          </a:p>
        </p:txBody>
      </p:sp>
      <p:sp>
        <p:nvSpPr>
          <p:cNvPr id="9" name="圆角矩形 8"/>
          <p:cNvSpPr/>
          <p:nvPr/>
        </p:nvSpPr>
        <p:spPr>
          <a:xfrm>
            <a:off x="5285105" y="2961005"/>
            <a:ext cx="2028190" cy="389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训练监控层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284470" y="3467735"/>
            <a:ext cx="981710" cy="38925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邮件</a:t>
            </a:r>
            <a:r>
              <a:rPr lang="zh-CN" altLang="en-US"/>
              <a:t>通知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331585" y="3467100"/>
            <a:ext cx="979805" cy="38925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Wandb </a:t>
            </a:r>
            <a:r>
              <a:rPr lang="en-US" altLang="zh-CN"/>
              <a:t>API</a:t>
            </a:r>
            <a:endParaRPr lang="en-US" altLang="zh-CN"/>
          </a:p>
        </p:txBody>
      </p:sp>
      <p:sp>
        <p:nvSpPr>
          <p:cNvPr id="12" name="圆角矩形 11"/>
          <p:cNvSpPr/>
          <p:nvPr/>
        </p:nvSpPr>
        <p:spPr>
          <a:xfrm>
            <a:off x="5121910" y="2896870"/>
            <a:ext cx="2371090" cy="104711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5121910" y="1842135"/>
            <a:ext cx="2371090" cy="1014730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583805" y="799465"/>
            <a:ext cx="1211580" cy="38925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多卡</a:t>
            </a:r>
            <a:r>
              <a:rPr lang="zh-CN" altLang="en-US"/>
              <a:t>训练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7583805" y="1287145"/>
            <a:ext cx="1211580" cy="38925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训练</a:t>
            </a:r>
            <a:r>
              <a:rPr lang="zh-CN" altLang="en-US"/>
              <a:t>参数</a:t>
            </a:r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7493000" y="702310"/>
            <a:ext cx="1463040" cy="104584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5283200" y="4006850"/>
            <a:ext cx="2028190" cy="3892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评估</a:t>
            </a:r>
            <a:r>
              <a:rPr lang="zh-CN" altLang="en-US"/>
              <a:t>层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" y="1287145"/>
            <a:ext cx="5033645" cy="251650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0" y="2044700"/>
            <a:ext cx="1536700" cy="23514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03650"/>
            <a:ext cx="4808220" cy="316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Maibenben\Desktop\1 副本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" y="0"/>
            <a:ext cx="9144000" cy="514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18"/>
          <p:cNvSpPr txBox="1"/>
          <p:nvPr/>
        </p:nvSpPr>
        <p:spPr>
          <a:xfrm>
            <a:off x="698787" y="1673565"/>
            <a:ext cx="4525144" cy="6232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sz="3600" b="1" spc="300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演示完毕 感谢观看</a:t>
            </a:r>
            <a:endParaRPr lang="zh-CN" altLang="en-US" sz="3600" b="1" spc="300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64011" y="3161767"/>
            <a:ext cx="272650" cy="272650"/>
            <a:chOff x="4432300" y="431800"/>
            <a:chExt cx="482600" cy="482600"/>
          </a:xfrm>
        </p:grpSpPr>
        <p:sp>
          <p:nvSpPr>
            <p:cNvPr id="15" name="椭圆 14"/>
            <p:cNvSpPr/>
            <p:nvPr/>
          </p:nvSpPr>
          <p:spPr>
            <a:xfrm>
              <a:off x="4432300" y="431800"/>
              <a:ext cx="482600" cy="482600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  <p:sp>
          <p:nvSpPr>
            <p:cNvPr id="16" name="椭圆 23"/>
            <p:cNvSpPr/>
            <p:nvPr/>
          </p:nvSpPr>
          <p:spPr>
            <a:xfrm>
              <a:off x="4551362" y="566393"/>
              <a:ext cx="244476" cy="213413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64010" y="3631671"/>
            <a:ext cx="272650" cy="272652"/>
            <a:chOff x="1893214" y="1058339"/>
            <a:chExt cx="482600" cy="482602"/>
          </a:xfrm>
        </p:grpSpPr>
        <p:sp>
          <p:nvSpPr>
            <p:cNvPr id="13" name="椭圆 12"/>
            <p:cNvSpPr/>
            <p:nvPr/>
          </p:nvSpPr>
          <p:spPr>
            <a:xfrm>
              <a:off x="1893214" y="1058339"/>
              <a:ext cx="482600" cy="482602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  <p:sp>
          <p:nvSpPr>
            <p:cNvPr id="14" name="椭圆 27"/>
            <p:cNvSpPr/>
            <p:nvPr/>
          </p:nvSpPr>
          <p:spPr>
            <a:xfrm>
              <a:off x="2017441" y="1177399"/>
              <a:ext cx="234147" cy="244476"/>
            </a:xfrm>
            <a:custGeom>
              <a:avLst/>
              <a:gdLst>
                <a:gd name="connsiteX0" fmla="*/ 290894 w 581627"/>
                <a:gd name="connsiteY0" fmla="*/ 127512 h 607286"/>
                <a:gd name="connsiteX1" fmla="*/ 303234 w 581627"/>
                <a:gd name="connsiteY1" fmla="*/ 139829 h 607286"/>
                <a:gd name="connsiteX2" fmla="*/ 303234 w 581627"/>
                <a:gd name="connsiteY2" fmla="*/ 304505 h 607286"/>
                <a:gd name="connsiteX3" fmla="*/ 309861 w 581627"/>
                <a:gd name="connsiteY3" fmla="*/ 304505 h 607286"/>
                <a:gd name="connsiteX4" fmla="*/ 322201 w 581627"/>
                <a:gd name="connsiteY4" fmla="*/ 316822 h 607286"/>
                <a:gd name="connsiteX5" fmla="*/ 309861 w 581627"/>
                <a:gd name="connsiteY5" fmla="*/ 329138 h 607286"/>
                <a:gd name="connsiteX6" fmla="*/ 303234 w 581627"/>
                <a:gd name="connsiteY6" fmla="*/ 329138 h 607286"/>
                <a:gd name="connsiteX7" fmla="*/ 303234 w 581627"/>
                <a:gd name="connsiteY7" fmla="*/ 342937 h 607286"/>
                <a:gd name="connsiteX8" fmla="*/ 290894 w 581627"/>
                <a:gd name="connsiteY8" fmla="*/ 355368 h 607286"/>
                <a:gd name="connsiteX9" fmla="*/ 278439 w 581627"/>
                <a:gd name="connsiteY9" fmla="*/ 342937 h 607286"/>
                <a:gd name="connsiteX10" fmla="*/ 278439 w 581627"/>
                <a:gd name="connsiteY10" fmla="*/ 329138 h 607286"/>
                <a:gd name="connsiteX11" fmla="*/ 272726 w 581627"/>
                <a:gd name="connsiteY11" fmla="*/ 329138 h 607286"/>
                <a:gd name="connsiteX12" fmla="*/ 260386 w 581627"/>
                <a:gd name="connsiteY12" fmla="*/ 316822 h 607286"/>
                <a:gd name="connsiteX13" fmla="*/ 272726 w 581627"/>
                <a:gd name="connsiteY13" fmla="*/ 304391 h 607286"/>
                <a:gd name="connsiteX14" fmla="*/ 278439 w 581627"/>
                <a:gd name="connsiteY14" fmla="*/ 304391 h 607286"/>
                <a:gd name="connsiteX15" fmla="*/ 278439 w 581627"/>
                <a:gd name="connsiteY15" fmla="*/ 139829 h 607286"/>
                <a:gd name="connsiteX16" fmla="*/ 290894 w 581627"/>
                <a:gd name="connsiteY16" fmla="*/ 127512 h 607286"/>
                <a:gd name="connsiteX17" fmla="*/ 278880 w 581627"/>
                <a:gd name="connsiteY17" fmla="*/ 51662 h 607286"/>
                <a:gd name="connsiteX18" fmla="*/ 120025 w 581627"/>
                <a:gd name="connsiteY18" fmla="*/ 113360 h 607286"/>
                <a:gd name="connsiteX19" fmla="*/ 141381 w 581627"/>
                <a:gd name="connsiteY19" fmla="*/ 134686 h 607286"/>
                <a:gd name="connsiteX20" fmla="*/ 141381 w 581627"/>
                <a:gd name="connsiteY20" fmla="*/ 152135 h 607286"/>
                <a:gd name="connsiteX21" fmla="*/ 132587 w 581627"/>
                <a:gd name="connsiteY21" fmla="*/ 155785 h 607286"/>
                <a:gd name="connsiteX22" fmla="*/ 123908 w 581627"/>
                <a:gd name="connsiteY22" fmla="*/ 152135 h 607286"/>
                <a:gd name="connsiteX23" fmla="*/ 101753 w 581627"/>
                <a:gd name="connsiteY23" fmla="*/ 130125 h 607286"/>
                <a:gd name="connsiteX24" fmla="*/ 26038 w 581627"/>
                <a:gd name="connsiteY24" fmla="*/ 291269 h 607286"/>
                <a:gd name="connsiteX25" fmla="*/ 66122 w 581627"/>
                <a:gd name="connsiteY25" fmla="*/ 291269 h 607286"/>
                <a:gd name="connsiteX26" fmla="*/ 78570 w 581627"/>
                <a:gd name="connsiteY26" fmla="*/ 303700 h 607286"/>
                <a:gd name="connsiteX27" fmla="*/ 66122 w 581627"/>
                <a:gd name="connsiteY27" fmla="*/ 316017 h 607286"/>
                <a:gd name="connsiteX28" fmla="*/ 24782 w 581627"/>
                <a:gd name="connsiteY28" fmla="*/ 316017 h 607286"/>
                <a:gd name="connsiteX29" fmla="*/ 24667 w 581627"/>
                <a:gd name="connsiteY29" fmla="*/ 316815 h 607286"/>
                <a:gd name="connsiteX30" fmla="*/ 89305 w 581627"/>
                <a:gd name="connsiteY30" fmla="*/ 489934 h 607286"/>
                <a:gd name="connsiteX31" fmla="*/ 89876 w 581627"/>
                <a:gd name="connsiteY31" fmla="*/ 489136 h 607286"/>
                <a:gd name="connsiteX32" fmla="*/ 123908 w 581627"/>
                <a:gd name="connsiteY32" fmla="*/ 455151 h 607286"/>
                <a:gd name="connsiteX33" fmla="*/ 141381 w 581627"/>
                <a:gd name="connsiteY33" fmla="*/ 455151 h 607286"/>
                <a:gd name="connsiteX34" fmla="*/ 141381 w 581627"/>
                <a:gd name="connsiteY34" fmla="*/ 472600 h 607286"/>
                <a:gd name="connsiteX35" fmla="*/ 107349 w 581627"/>
                <a:gd name="connsiteY35" fmla="*/ 506585 h 607286"/>
                <a:gd name="connsiteX36" fmla="*/ 105979 w 581627"/>
                <a:gd name="connsiteY36" fmla="*/ 507497 h 607286"/>
                <a:gd name="connsiteX37" fmla="*/ 281506 w 581627"/>
                <a:gd name="connsiteY37" fmla="*/ 582082 h 607286"/>
                <a:gd name="connsiteX38" fmla="*/ 280707 w 581627"/>
                <a:gd name="connsiteY38" fmla="*/ 578319 h 607286"/>
                <a:gd name="connsiteX39" fmla="*/ 280707 w 581627"/>
                <a:gd name="connsiteY39" fmla="*/ 530192 h 607286"/>
                <a:gd name="connsiteX40" fmla="*/ 293040 w 581627"/>
                <a:gd name="connsiteY40" fmla="*/ 517875 h 607286"/>
                <a:gd name="connsiteX41" fmla="*/ 305488 w 581627"/>
                <a:gd name="connsiteY41" fmla="*/ 530192 h 607286"/>
                <a:gd name="connsiteX42" fmla="*/ 305488 w 581627"/>
                <a:gd name="connsiteY42" fmla="*/ 578319 h 607286"/>
                <a:gd name="connsiteX43" fmla="*/ 304803 w 581627"/>
                <a:gd name="connsiteY43" fmla="*/ 581854 h 607286"/>
                <a:gd name="connsiteX44" fmla="*/ 477818 w 581627"/>
                <a:gd name="connsiteY44" fmla="*/ 505673 h 607286"/>
                <a:gd name="connsiteX45" fmla="*/ 444814 w 581627"/>
                <a:gd name="connsiteY45" fmla="*/ 472600 h 607286"/>
                <a:gd name="connsiteX46" fmla="*/ 444814 w 581627"/>
                <a:gd name="connsiteY46" fmla="*/ 455151 h 607286"/>
                <a:gd name="connsiteX47" fmla="*/ 462287 w 581627"/>
                <a:gd name="connsiteY47" fmla="*/ 455151 h 607286"/>
                <a:gd name="connsiteX48" fmla="*/ 494606 w 581627"/>
                <a:gd name="connsiteY48" fmla="*/ 487425 h 607286"/>
                <a:gd name="connsiteX49" fmla="*/ 556959 w 581627"/>
                <a:gd name="connsiteY49" fmla="*/ 316815 h 607286"/>
                <a:gd name="connsiteX50" fmla="*/ 556845 w 581627"/>
                <a:gd name="connsiteY50" fmla="*/ 316017 h 607286"/>
                <a:gd name="connsiteX51" fmla="*/ 519958 w 581627"/>
                <a:gd name="connsiteY51" fmla="*/ 316017 h 607286"/>
                <a:gd name="connsiteX52" fmla="*/ 507625 w 581627"/>
                <a:gd name="connsiteY52" fmla="*/ 303700 h 607286"/>
                <a:gd name="connsiteX53" fmla="*/ 519958 w 581627"/>
                <a:gd name="connsiteY53" fmla="*/ 291269 h 607286"/>
                <a:gd name="connsiteX54" fmla="*/ 555589 w 581627"/>
                <a:gd name="connsiteY54" fmla="*/ 291269 h 607286"/>
                <a:gd name="connsiteX55" fmla="*/ 482043 w 581627"/>
                <a:gd name="connsiteY55" fmla="*/ 132406 h 607286"/>
                <a:gd name="connsiteX56" fmla="*/ 462287 w 581627"/>
                <a:gd name="connsiteY56" fmla="*/ 152135 h 607286"/>
                <a:gd name="connsiteX57" fmla="*/ 453493 w 581627"/>
                <a:gd name="connsiteY57" fmla="*/ 155785 h 607286"/>
                <a:gd name="connsiteX58" fmla="*/ 444814 w 581627"/>
                <a:gd name="connsiteY58" fmla="*/ 152135 h 607286"/>
                <a:gd name="connsiteX59" fmla="*/ 444814 w 581627"/>
                <a:gd name="connsiteY59" fmla="*/ 134686 h 607286"/>
                <a:gd name="connsiteX60" fmla="*/ 464000 w 581627"/>
                <a:gd name="connsiteY60" fmla="*/ 115527 h 607286"/>
                <a:gd name="connsiteX61" fmla="*/ 303661 w 581627"/>
                <a:gd name="connsiteY61" fmla="*/ 51776 h 607286"/>
                <a:gd name="connsiteX62" fmla="*/ 303661 w 581627"/>
                <a:gd name="connsiteY62" fmla="*/ 77094 h 607286"/>
                <a:gd name="connsiteX63" fmla="*/ 291327 w 581627"/>
                <a:gd name="connsiteY63" fmla="*/ 89411 h 607286"/>
                <a:gd name="connsiteX64" fmla="*/ 278880 w 581627"/>
                <a:gd name="connsiteY64" fmla="*/ 77094 h 607286"/>
                <a:gd name="connsiteX65" fmla="*/ 290756 w 581627"/>
                <a:gd name="connsiteY65" fmla="*/ 0 h 607286"/>
                <a:gd name="connsiteX66" fmla="*/ 303204 w 581627"/>
                <a:gd name="connsiteY66" fmla="*/ 12317 h 607286"/>
                <a:gd name="connsiteX67" fmla="*/ 303204 w 581627"/>
                <a:gd name="connsiteY67" fmla="*/ 26686 h 607286"/>
                <a:gd name="connsiteX68" fmla="*/ 481929 w 581627"/>
                <a:gd name="connsiteY68" fmla="*/ 98192 h 607286"/>
                <a:gd name="connsiteX69" fmla="*/ 489923 w 581627"/>
                <a:gd name="connsiteY69" fmla="*/ 90209 h 607286"/>
                <a:gd name="connsiteX70" fmla="*/ 471880 w 581627"/>
                <a:gd name="connsiteY70" fmla="*/ 72190 h 607286"/>
                <a:gd name="connsiteX71" fmla="*/ 471880 w 581627"/>
                <a:gd name="connsiteY71" fmla="*/ 54627 h 607286"/>
                <a:gd name="connsiteX72" fmla="*/ 489352 w 581627"/>
                <a:gd name="connsiteY72" fmla="*/ 54627 h 607286"/>
                <a:gd name="connsiteX73" fmla="*/ 548166 w 581627"/>
                <a:gd name="connsiteY73" fmla="*/ 113360 h 607286"/>
                <a:gd name="connsiteX74" fmla="*/ 548166 w 581627"/>
                <a:gd name="connsiteY74" fmla="*/ 130809 h 607286"/>
                <a:gd name="connsiteX75" fmla="*/ 539373 w 581627"/>
                <a:gd name="connsiteY75" fmla="*/ 134458 h 607286"/>
                <a:gd name="connsiteX76" fmla="*/ 530693 w 581627"/>
                <a:gd name="connsiteY76" fmla="*/ 130809 h 607286"/>
                <a:gd name="connsiteX77" fmla="*/ 507396 w 581627"/>
                <a:gd name="connsiteY77" fmla="*/ 107658 h 607286"/>
                <a:gd name="connsiteX78" fmla="*/ 499973 w 581627"/>
                <a:gd name="connsiteY78" fmla="*/ 115185 h 607286"/>
                <a:gd name="connsiteX79" fmla="*/ 581627 w 581627"/>
                <a:gd name="connsiteY79" fmla="*/ 316815 h 607286"/>
                <a:gd name="connsiteX80" fmla="*/ 290756 w 581627"/>
                <a:gd name="connsiteY80" fmla="*/ 607286 h 607286"/>
                <a:gd name="connsiteX81" fmla="*/ 0 w 581627"/>
                <a:gd name="connsiteY81" fmla="*/ 316815 h 607286"/>
                <a:gd name="connsiteX82" fmla="*/ 278423 w 581627"/>
                <a:gd name="connsiteY82" fmla="*/ 26686 h 607286"/>
                <a:gd name="connsiteX83" fmla="*/ 278423 w 581627"/>
                <a:gd name="connsiteY83" fmla="*/ 12317 h 607286"/>
                <a:gd name="connsiteX84" fmla="*/ 290756 w 581627"/>
                <a:gd name="connsiteY84" fmla="*/ 0 h 607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581627" h="607286">
                  <a:moveTo>
                    <a:pt x="290894" y="127512"/>
                  </a:moveTo>
                  <a:cubicBezTo>
                    <a:pt x="297749" y="127512"/>
                    <a:pt x="303234" y="133100"/>
                    <a:pt x="303234" y="139829"/>
                  </a:cubicBezTo>
                  <a:lnTo>
                    <a:pt x="303234" y="304505"/>
                  </a:lnTo>
                  <a:lnTo>
                    <a:pt x="309861" y="304505"/>
                  </a:lnTo>
                  <a:cubicBezTo>
                    <a:pt x="316717" y="304505"/>
                    <a:pt x="322201" y="309979"/>
                    <a:pt x="322201" y="316822"/>
                  </a:cubicBezTo>
                  <a:cubicBezTo>
                    <a:pt x="322201" y="323664"/>
                    <a:pt x="316717" y="329138"/>
                    <a:pt x="309861" y="329138"/>
                  </a:cubicBezTo>
                  <a:lnTo>
                    <a:pt x="303234" y="329138"/>
                  </a:lnTo>
                  <a:lnTo>
                    <a:pt x="303234" y="342937"/>
                  </a:lnTo>
                  <a:cubicBezTo>
                    <a:pt x="303234" y="349780"/>
                    <a:pt x="297749" y="355368"/>
                    <a:pt x="290894" y="355368"/>
                  </a:cubicBezTo>
                  <a:cubicBezTo>
                    <a:pt x="284038" y="355368"/>
                    <a:pt x="278439" y="349780"/>
                    <a:pt x="278439" y="342937"/>
                  </a:cubicBezTo>
                  <a:lnTo>
                    <a:pt x="278439" y="329138"/>
                  </a:lnTo>
                  <a:lnTo>
                    <a:pt x="272726" y="329138"/>
                  </a:lnTo>
                  <a:cubicBezTo>
                    <a:pt x="265871" y="329138"/>
                    <a:pt x="260386" y="323664"/>
                    <a:pt x="260386" y="316822"/>
                  </a:cubicBezTo>
                  <a:cubicBezTo>
                    <a:pt x="260386" y="309979"/>
                    <a:pt x="265871" y="304391"/>
                    <a:pt x="272726" y="304391"/>
                  </a:cubicBezTo>
                  <a:lnTo>
                    <a:pt x="278439" y="304391"/>
                  </a:lnTo>
                  <a:lnTo>
                    <a:pt x="278439" y="139829"/>
                  </a:lnTo>
                  <a:cubicBezTo>
                    <a:pt x="278439" y="133100"/>
                    <a:pt x="284038" y="127512"/>
                    <a:pt x="290894" y="127512"/>
                  </a:cubicBezTo>
                  <a:close/>
                  <a:moveTo>
                    <a:pt x="278880" y="51662"/>
                  </a:moveTo>
                  <a:cubicBezTo>
                    <a:pt x="218581" y="54399"/>
                    <a:pt x="163422" y="76980"/>
                    <a:pt x="120025" y="113360"/>
                  </a:cubicBezTo>
                  <a:lnTo>
                    <a:pt x="141381" y="134686"/>
                  </a:lnTo>
                  <a:cubicBezTo>
                    <a:pt x="146177" y="139590"/>
                    <a:pt x="146177" y="147345"/>
                    <a:pt x="141381" y="152135"/>
                  </a:cubicBezTo>
                  <a:cubicBezTo>
                    <a:pt x="138983" y="154644"/>
                    <a:pt x="135785" y="155785"/>
                    <a:pt x="132587" y="155785"/>
                  </a:cubicBezTo>
                  <a:cubicBezTo>
                    <a:pt x="129504" y="155785"/>
                    <a:pt x="126306" y="154644"/>
                    <a:pt x="123908" y="152135"/>
                  </a:cubicBezTo>
                  <a:lnTo>
                    <a:pt x="101753" y="130125"/>
                  </a:lnTo>
                  <a:cubicBezTo>
                    <a:pt x="59841" y="172435"/>
                    <a:pt x="31976" y="228773"/>
                    <a:pt x="26038" y="291269"/>
                  </a:cubicBezTo>
                  <a:lnTo>
                    <a:pt x="66122" y="291269"/>
                  </a:lnTo>
                  <a:cubicBezTo>
                    <a:pt x="72974" y="291269"/>
                    <a:pt x="78570" y="296857"/>
                    <a:pt x="78570" y="303700"/>
                  </a:cubicBezTo>
                  <a:cubicBezTo>
                    <a:pt x="78570" y="310543"/>
                    <a:pt x="72974" y="316017"/>
                    <a:pt x="66122" y="316017"/>
                  </a:cubicBezTo>
                  <a:lnTo>
                    <a:pt x="24782" y="316017"/>
                  </a:lnTo>
                  <a:cubicBezTo>
                    <a:pt x="24782" y="316245"/>
                    <a:pt x="24667" y="316587"/>
                    <a:pt x="24667" y="316815"/>
                  </a:cubicBezTo>
                  <a:cubicBezTo>
                    <a:pt x="24667" y="382961"/>
                    <a:pt x="49221" y="443404"/>
                    <a:pt x="89305" y="489934"/>
                  </a:cubicBezTo>
                  <a:cubicBezTo>
                    <a:pt x="89534" y="489706"/>
                    <a:pt x="89648" y="489364"/>
                    <a:pt x="89876" y="489136"/>
                  </a:cubicBezTo>
                  <a:lnTo>
                    <a:pt x="123908" y="455151"/>
                  </a:lnTo>
                  <a:cubicBezTo>
                    <a:pt x="128705" y="450361"/>
                    <a:pt x="136585" y="450361"/>
                    <a:pt x="141381" y="455151"/>
                  </a:cubicBezTo>
                  <a:cubicBezTo>
                    <a:pt x="146177" y="459941"/>
                    <a:pt x="146177" y="467810"/>
                    <a:pt x="141381" y="472600"/>
                  </a:cubicBezTo>
                  <a:lnTo>
                    <a:pt x="107349" y="506585"/>
                  </a:lnTo>
                  <a:cubicBezTo>
                    <a:pt x="106892" y="507041"/>
                    <a:pt x="106435" y="507155"/>
                    <a:pt x="105979" y="507497"/>
                  </a:cubicBezTo>
                  <a:cubicBezTo>
                    <a:pt x="151773" y="551861"/>
                    <a:pt x="213328" y="579687"/>
                    <a:pt x="281506" y="582082"/>
                  </a:cubicBezTo>
                  <a:cubicBezTo>
                    <a:pt x="281049" y="580828"/>
                    <a:pt x="280707" y="579687"/>
                    <a:pt x="280707" y="578319"/>
                  </a:cubicBezTo>
                  <a:lnTo>
                    <a:pt x="280707" y="530192"/>
                  </a:lnTo>
                  <a:cubicBezTo>
                    <a:pt x="280707" y="523464"/>
                    <a:pt x="286188" y="517875"/>
                    <a:pt x="293040" y="517875"/>
                  </a:cubicBezTo>
                  <a:cubicBezTo>
                    <a:pt x="299893" y="517875"/>
                    <a:pt x="305488" y="523349"/>
                    <a:pt x="305488" y="530192"/>
                  </a:cubicBezTo>
                  <a:lnTo>
                    <a:pt x="305488" y="578319"/>
                  </a:lnTo>
                  <a:cubicBezTo>
                    <a:pt x="305488" y="579573"/>
                    <a:pt x="305146" y="580714"/>
                    <a:pt x="304803" y="581854"/>
                  </a:cubicBezTo>
                  <a:cubicBezTo>
                    <a:pt x="372068" y="578319"/>
                    <a:pt x="432823" y="550036"/>
                    <a:pt x="477818" y="505673"/>
                  </a:cubicBezTo>
                  <a:lnTo>
                    <a:pt x="444814" y="472600"/>
                  </a:lnTo>
                  <a:cubicBezTo>
                    <a:pt x="439903" y="467810"/>
                    <a:pt x="439903" y="459941"/>
                    <a:pt x="444814" y="455151"/>
                  </a:cubicBezTo>
                  <a:cubicBezTo>
                    <a:pt x="449610" y="450361"/>
                    <a:pt x="457490" y="450361"/>
                    <a:pt x="462287" y="455151"/>
                  </a:cubicBezTo>
                  <a:lnTo>
                    <a:pt x="494606" y="487425"/>
                  </a:lnTo>
                  <a:cubicBezTo>
                    <a:pt x="533434" y="441238"/>
                    <a:pt x="556959" y="381706"/>
                    <a:pt x="556959" y="316815"/>
                  </a:cubicBezTo>
                  <a:cubicBezTo>
                    <a:pt x="556959" y="316587"/>
                    <a:pt x="556845" y="316359"/>
                    <a:pt x="556845" y="316017"/>
                  </a:cubicBezTo>
                  <a:lnTo>
                    <a:pt x="519958" y="316017"/>
                  </a:lnTo>
                  <a:cubicBezTo>
                    <a:pt x="513106" y="316017"/>
                    <a:pt x="507625" y="310543"/>
                    <a:pt x="507625" y="303700"/>
                  </a:cubicBezTo>
                  <a:cubicBezTo>
                    <a:pt x="507625" y="296857"/>
                    <a:pt x="513106" y="291269"/>
                    <a:pt x="519958" y="291269"/>
                  </a:cubicBezTo>
                  <a:lnTo>
                    <a:pt x="555589" y="291269"/>
                  </a:lnTo>
                  <a:cubicBezTo>
                    <a:pt x="549765" y="229799"/>
                    <a:pt x="522699" y="174488"/>
                    <a:pt x="482043" y="132406"/>
                  </a:cubicBezTo>
                  <a:lnTo>
                    <a:pt x="462287" y="152135"/>
                  </a:lnTo>
                  <a:cubicBezTo>
                    <a:pt x="459888" y="154644"/>
                    <a:pt x="456691" y="155785"/>
                    <a:pt x="453493" y="155785"/>
                  </a:cubicBezTo>
                  <a:cubicBezTo>
                    <a:pt x="450296" y="155785"/>
                    <a:pt x="447212" y="154644"/>
                    <a:pt x="444814" y="152135"/>
                  </a:cubicBezTo>
                  <a:cubicBezTo>
                    <a:pt x="439903" y="147345"/>
                    <a:pt x="439903" y="139476"/>
                    <a:pt x="444814" y="134686"/>
                  </a:cubicBezTo>
                  <a:lnTo>
                    <a:pt x="464000" y="115527"/>
                  </a:lnTo>
                  <a:cubicBezTo>
                    <a:pt x="420489" y="78120"/>
                    <a:pt x="364759" y="54627"/>
                    <a:pt x="303661" y="51776"/>
                  </a:cubicBezTo>
                  <a:lnTo>
                    <a:pt x="303661" y="77094"/>
                  </a:lnTo>
                  <a:cubicBezTo>
                    <a:pt x="303661" y="83937"/>
                    <a:pt x="298065" y="89411"/>
                    <a:pt x="291327" y="89411"/>
                  </a:cubicBezTo>
                  <a:cubicBezTo>
                    <a:pt x="284475" y="89411"/>
                    <a:pt x="278880" y="83937"/>
                    <a:pt x="278880" y="77094"/>
                  </a:cubicBezTo>
                  <a:close/>
                  <a:moveTo>
                    <a:pt x="290756" y="0"/>
                  </a:moveTo>
                  <a:cubicBezTo>
                    <a:pt x="297609" y="0"/>
                    <a:pt x="303204" y="5588"/>
                    <a:pt x="303204" y="12317"/>
                  </a:cubicBezTo>
                  <a:lnTo>
                    <a:pt x="303204" y="26686"/>
                  </a:lnTo>
                  <a:cubicBezTo>
                    <a:pt x="371497" y="29537"/>
                    <a:pt x="433736" y="55996"/>
                    <a:pt x="481929" y="98192"/>
                  </a:cubicBezTo>
                  <a:lnTo>
                    <a:pt x="489923" y="90209"/>
                  </a:lnTo>
                  <a:lnTo>
                    <a:pt x="471880" y="72190"/>
                  </a:lnTo>
                  <a:cubicBezTo>
                    <a:pt x="467083" y="67286"/>
                    <a:pt x="467083" y="59531"/>
                    <a:pt x="471880" y="54627"/>
                  </a:cubicBezTo>
                  <a:cubicBezTo>
                    <a:pt x="476676" y="49837"/>
                    <a:pt x="484556" y="49837"/>
                    <a:pt x="489352" y="54627"/>
                  </a:cubicBezTo>
                  <a:lnTo>
                    <a:pt x="548166" y="113360"/>
                  </a:lnTo>
                  <a:cubicBezTo>
                    <a:pt x="552962" y="118150"/>
                    <a:pt x="552962" y="126019"/>
                    <a:pt x="548166" y="130809"/>
                  </a:cubicBezTo>
                  <a:cubicBezTo>
                    <a:pt x="545768" y="133204"/>
                    <a:pt x="542570" y="134458"/>
                    <a:pt x="539373" y="134458"/>
                  </a:cubicBezTo>
                  <a:cubicBezTo>
                    <a:pt x="536289" y="134458"/>
                    <a:pt x="533091" y="133204"/>
                    <a:pt x="530693" y="130809"/>
                  </a:cubicBezTo>
                  <a:lnTo>
                    <a:pt x="507396" y="107658"/>
                  </a:lnTo>
                  <a:lnTo>
                    <a:pt x="499973" y="115185"/>
                  </a:lnTo>
                  <a:cubicBezTo>
                    <a:pt x="550450" y="167531"/>
                    <a:pt x="581741" y="238581"/>
                    <a:pt x="581627" y="316815"/>
                  </a:cubicBezTo>
                  <a:cubicBezTo>
                    <a:pt x="581627" y="476933"/>
                    <a:pt x="451209" y="607286"/>
                    <a:pt x="290756" y="607286"/>
                  </a:cubicBezTo>
                  <a:cubicBezTo>
                    <a:pt x="130418" y="607286"/>
                    <a:pt x="0" y="476933"/>
                    <a:pt x="0" y="316815"/>
                  </a:cubicBezTo>
                  <a:cubicBezTo>
                    <a:pt x="0" y="160803"/>
                    <a:pt x="123794" y="33187"/>
                    <a:pt x="278423" y="26686"/>
                  </a:cubicBezTo>
                  <a:lnTo>
                    <a:pt x="278423" y="12317"/>
                  </a:lnTo>
                  <a:cubicBezTo>
                    <a:pt x="278423" y="5588"/>
                    <a:pt x="284019" y="0"/>
                    <a:pt x="29075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900">
                <a:defRPr/>
              </a:pPr>
              <a:endParaRPr lang="zh-CN" altLang="en-US" sz="1400">
                <a:solidFill>
                  <a:schemeClr val="accent1">
                    <a:lumMod val="75000"/>
                  </a:schemeClr>
                </a:solidFill>
                <a:latin typeface="Arial" panose="020B0604020202090204"/>
                <a:ea typeface="微软雅黑" panose="020B0503020204020204" charset="-122"/>
              </a:endParaRPr>
            </a:p>
          </p:txBody>
        </p:sp>
      </p:grpSp>
      <p:sp>
        <p:nvSpPr>
          <p:cNvPr id="11" name="文本框 28"/>
          <p:cNvSpPr txBox="1"/>
          <p:nvPr/>
        </p:nvSpPr>
        <p:spPr>
          <a:xfrm>
            <a:off x="1019819" y="3136507"/>
            <a:ext cx="1490965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汇报人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：卢昱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琦</a:t>
            </a:r>
            <a:endParaRPr lang="zh-CN" altLang="en-US" dirty="0" smtClean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文本框 29"/>
          <p:cNvSpPr txBox="1"/>
          <p:nvPr/>
        </p:nvSpPr>
        <p:spPr>
          <a:xfrm>
            <a:off x="1019818" y="3606403"/>
            <a:ext cx="2838091" cy="3067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汇报时间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：</a:t>
            </a:r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ea typeface="微软雅黑" panose="020B0503020204020204" charset="-122"/>
              </a:rPr>
              <a:t>2025.7.11</a:t>
            </a:r>
            <a:endParaRPr lang="zh-CN" altLang="en-US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224" y="1338931"/>
            <a:ext cx="1638300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6" grpId="0"/>
      <p:bldP spid="11" grpId="0"/>
      <p:bldP spid="12" grpId="0"/>
    </p:bldLst>
  </p:timing>
</p:sld>
</file>

<file path=ppt/tags/tag1.xml><?xml version="1.0" encoding="utf-8"?>
<p:tagLst xmlns:p="http://schemas.openxmlformats.org/presentationml/2006/main">
  <p:tag name="commondata" val="eyJoZGlkIjoiODg4NDgyMjM0ZDMwYWZmN2E0YWRkMDI2NGUyZjE1YmMifQ=="/>
</p:tagLst>
</file>

<file path=ppt/theme/theme1.xml><?xml version="1.0" encoding="utf-8"?>
<a:theme xmlns:a="http://schemas.openxmlformats.org/drawingml/2006/main" name="包图主题2">
  <a:themeElements>
    <a:clrScheme name="自定义 57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D659E"/>
      </a:accent1>
      <a:accent2>
        <a:srgbClr val="A1ADDD"/>
      </a:accent2>
      <a:accent3>
        <a:srgbClr val="5784D6"/>
      </a:accent3>
      <a:accent4>
        <a:srgbClr val="92B9E0"/>
      </a:accent4>
      <a:accent5>
        <a:srgbClr val="89898C"/>
      </a:accent5>
      <a:accent6>
        <a:srgbClr val="5D5D61"/>
      </a:accent6>
      <a:hlink>
        <a:srgbClr val="4472C4"/>
      </a:hlink>
      <a:folHlink>
        <a:srgbClr val="BFBFBF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0</TotalTime>
  <Words>330</Words>
  <Application>WPS 演示</Application>
  <PresentationFormat>全屏显示(16:9)</PresentationFormat>
  <Paragraphs>52</Paragraphs>
  <Slides>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Century Gothic</vt:lpstr>
      <vt:lpstr>苹方-简</vt:lpstr>
      <vt:lpstr>微软雅黑</vt:lpstr>
      <vt:lpstr>Arial</vt:lpstr>
      <vt:lpstr>Arial Narrow</vt:lpstr>
      <vt:lpstr>汉仪书宋二KW</vt:lpstr>
      <vt:lpstr>Calibri</vt:lpstr>
      <vt:lpstr>汉仪旗黑</vt:lpstr>
      <vt:lpstr>宋体</vt:lpstr>
      <vt:lpstr>Arial Unicode MS</vt:lpstr>
      <vt:lpstr>等线</vt:lpstr>
      <vt:lpstr>汉仪中等线KW</vt:lpstr>
      <vt:lpstr>Helvetica Neue</vt:lpstr>
      <vt:lpstr>微软雅黑</vt:lpstr>
      <vt:lpstr>包图主题2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高端简约方块年终总结工作汇报PPT模板</dc:title>
  <dc:creator>Administrator</dc:creator>
  <cp:lastModifiedBy>萌面人</cp:lastModifiedBy>
  <cp:revision>1980</cp:revision>
  <dcterms:created xsi:type="dcterms:W3CDTF">2025-07-11T08:00:34Z</dcterms:created>
  <dcterms:modified xsi:type="dcterms:W3CDTF">2025-07-11T08:00:34Z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2052-6.15.1.8935</vt:lpwstr>
  </property>
  <property fmtid="{D5CDD505-2E9C-101B-9397-08002B2CF9AE}" pid="3" name="ICV">
    <vt:lpwstr>87A137FEF6544B4CA0FEB1118C7AF11B_12</vt:lpwstr>
  </property>
</Properties>
</file>